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  <p:sldMasterId id="2147483678" r:id="rId6"/>
  </p:sldMasterIdLst>
  <p:notesMasterIdLst>
    <p:notesMasterId r:id="rId7"/>
  </p:notesMasterIdLst>
  <p:sldIdLst>
    <p:sldId id="256" r:id="rId8"/>
    <p:sldId id="258" r:id="rId10"/>
    <p:sldId id="260" r:id="rId12"/>
    <p:sldId id="261" r:id="rId13"/>
    <p:sldId id="262" r:id="rId14"/>
    <p:sldId id="280" r:id="rId32"/>
    <p:sldId id="263" r:id="rId15"/>
    <p:sldId id="259" r:id="rId11"/>
    <p:sldId id="264" r:id="rId16"/>
    <p:sldId id="284" r:id="rId36"/>
    <p:sldId id="285" r:id="rId37"/>
    <p:sldId id="271" r:id="rId23"/>
    <p:sldId id="272" r:id="rId24"/>
    <p:sldId id="290" r:id="rId42"/>
  </p:sldIdLst>
  <p:sldSz cy="5143500" cx="9144000"/>
  <p:notesSz cx="6858000" cy="9144000"/>
  <p:embeddedFontLst>
    <p:embeddedFont>
      <p:font typeface="Proxima Nova"/>
      <p:regular r:id="rId64"/>
      <p:bold r:id="rId65"/>
      <p:italic r:id="rId66"/>
      <p:boldItalic r:id="rId67"/>
    </p:embeddedFont>
    <p:embeddedFont>
      <p:font typeface="Roboto Medium"/>
      <p:regular r:id="rId68"/>
      <p:bold r:id="rId69"/>
      <p:italic r:id="rId70"/>
      <p:boldItalic r:id="rId71"/>
    </p:embeddedFont>
    <p:embeddedFont>
      <p:font typeface="Oranienbaum"/>
      <p:regular r:id="rId72"/>
    </p:embeddedFont>
    <p:embeddedFont>
      <p:font typeface="Amatic SC"/>
      <p:regular r:id="rId73"/>
      <p:bold r:id="rId74"/>
    </p:embeddedFont>
    <p:embeddedFont>
      <p:font typeface="Anaheim"/>
      <p:regular r:id="rId75"/>
      <p:bold r:id="rId76"/>
    </p:embeddedFont>
    <p:embeddedFont>
      <p:font typeface="Proxima Nova Semibold"/>
      <p:regular r:id="rId77"/>
      <p:bold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ACCF95-E27B-405A-B622-93872FDC941D}">
  <a:tblStyle styleId="{4FACCF95-E27B-405A-B622-93872FDC94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42" Type="http://schemas.openxmlformats.org/officeDocument/2006/relationships/slide" Target="slides/slide35.xml"/><Relationship Id="rId64" Type="http://schemas.openxmlformats.org/officeDocument/2006/relationships/font" Target="fonts/ProximaNova-regular.fntdata"/><Relationship Id="rId65" Type="http://schemas.openxmlformats.org/officeDocument/2006/relationships/font" Target="fonts/ProximaNova-bold.fntdata"/><Relationship Id="rId66" Type="http://schemas.openxmlformats.org/officeDocument/2006/relationships/font" Target="fonts/ProximaNova-italic.fntdata"/><Relationship Id="rId67" Type="http://schemas.openxmlformats.org/officeDocument/2006/relationships/font" Target="fonts/ProximaNova-boldItalic.fntdata"/><Relationship Id="rId68" Type="http://schemas.openxmlformats.org/officeDocument/2006/relationships/font" Target="fonts/RobotoMedium-regular.fntdata"/><Relationship Id="rId69" Type="http://schemas.openxmlformats.org/officeDocument/2006/relationships/font" Target="fonts/RobotoMedium-bold.fntdata"/><Relationship Id="rId70" Type="http://schemas.openxmlformats.org/officeDocument/2006/relationships/font" Target="fonts/RobotoMedium-italic.fntdata"/><Relationship Id="rId71" Type="http://schemas.openxmlformats.org/officeDocument/2006/relationships/font" Target="fonts/RobotoMedium-boldItalic.fntdata"/><Relationship Id="rId72" Type="http://schemas.openxmlformats.org/officeDocument/2006/relationships/font" Target="fonts/Oranienbaum-regular.fntdata"/><Relationship Id="rId73" Type="http://schemas.openxmlformats.org/officeDocument/2006/relationships/font" Target="fonts/AmaticSC-regular.fntdata"/><Relationship Id="rId74" Type="http://schemas.openxmlformats.org/officeDocument/2006/relationships/font" Target="fonts/AmaticSC-bold.fntdata"/><Relationship Id="rId75" Type="http://schemas.openxmlformats.org/officeDocument/2006/relationships/font" Target="fonts/Anaheim-regular.fntdata"/><Relationship Id="rId76" Type="http://schemas.openxmlformats.org/officeDocument/2006/relationships/font" Target="fonts/Anaheim-bold.fntdata"/><Relationship Id="rId77" Type="http://schemas.openxmlformats.org/officeDocument/2006/relationships/font" Target="fonts/ProximaNovaSemibold-regular.fntdata"/><Relationship Id="rId78" Type="http://schemas.openxmlformats.org/officeDocument/2006/relationships/font" Target="fonts/ProximaNovaSemibold-bold.fntdata"/><Relationship Id="rId79" Type="http://schemas.openxmlformats.org/officeDocument/2006/relationships/font" Target="fonts/ProximaNova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e35c3613c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e35c3613c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e2b3de13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e2b3de13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35c3613c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e35c3613c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2b3de137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2b3de137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e35c3613c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e35c3613c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e2b3de137c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e2b3de137c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e2b3de137c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e2b3de137c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2b3de137c_0_19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2b3de137c_0_19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e2b3de137c_0_19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e2b3de137c_0_19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e2b3de137c_0_19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e2b3de137c_0_19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e2b3de137c_0_19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e2b3de137c_0_19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e2b3de137c_0_19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e2b3de137c_0_19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e2b3de137c_0_19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e2b3de137c_0_19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2840" y="1523850"/>
            <a:ext cx="2298696" cy="5825846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562465" y="1523850"/>
            <a:ext cx="2298696" cy="5825846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2132799" y="1034101"/>
            <a:ext cx="2582312" cy="5801740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rot="10800000">
            <a:off x="562674" y="-1388749"/>
            <a:ext cx="2582312" cy="5801740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820350" y="2659450"/>
            <a:ext cx="318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 sz="45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1359850" y="3433125"/>
            <a:ext cx="28872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1618413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897050" y="3433125"/>
            <a:ext cx="28872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55588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0" name="Google Shape;50;p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body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9pPr>
          </a:lstStyle>
          <a:p/>
        </p:txBody>
      </p:sp>
      <p:grpSp>
        <p:nvGrpSpPr>
          <p:cNvPr id="57" name="Google Shape;57;p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58" name="Google Shape;58;p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8"/>
          <p:cNvGrpSpPr/>
          <p:nvPr/>
        </p:nvGrpSpPr>
        <p:grpSpPr>
          <a:xfrm>
            <a:off x="209625" y="144000"/>
            <a:ext cx="8724275" cy="4855625"/>
            <a:chOff x="209625" y="144000"/>
            <a:chExt cx="8724275" cy="4855625"/>
          </a:xfrm>
        </p:grpSpPr>
        <p:sp>
          <p:nvSpPr>
            <p:cNvPr id="66" name="Google Shape;66;p8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209625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209625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8686100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686100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8"/>
          <p:cNvSpPr txBox="1"/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7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3904176" y="540000"/>
            <a:ext cx="2529280" cy="6410354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 rot="-5400000">
            <a:off x="6565639" y="140623"/>
            <a:ext cx="1498325" cy="2218378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 rot="10800000">
            <a:off x="3260709" y="-313806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6345932" y="2088501"/>
            <a:ext cx="1937723" cy="4353526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 flipH="1" rot="5400000">
            <a:off x="1080039" y="140623"/>
            <a:ext cx="1498325" cy="2218378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 txBox="1"/>
          <p:nvPr>
            <p:ph type="title"/>
          </p:nvPr>
        </p:nvSpPr>
        <p:spPr>
          <a:xfrm>
            <a:off x="720000" y="23103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720000" y="3651600"/>
            <a:ext cx="3475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" name="Google Shape;80;p9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947925" y="922700"/>
            <a:ext cx="32655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290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1235225" y="470300"/>
            <a:ext cx="2442901" cy="6191431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 flipH="1" rot="5400000">
            <a:off x="3525284" y="2967881"/>
            <a:ext cx="1127185" cy="1668852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 rot="10800000">
            <a:off x="875385" y="-295531"/>
            <a:ext cx="932089" cy="1956606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 rot="5400000">
            <a:off x="-1198893" y="1625551"/>
            <a:ext cx="1937723" cy="4353526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 flipH="1" rot="5400000">
            <a:off x="-98266" y="1479981"/>
            <a:ext cx="1127185" cy="1668852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 txBox="1"/>
          <p:nvPr>
            <p:ph hasCustomPrompt="1" type="title"/>
          </p:nvPr>
        </p:nvSpPr>
        <p:spPr>
          <a:xfrm>
            <a:off x="3185300" y="870475"/>
            <a:ext cx="5238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5458800" y="2765788"/>
            <a:ext cx="29652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0" name="Google Shape;100;p11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TWO_COLUMNS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2" type="title"/>
          </p:nvPr>
        </p:nvSpPr>
        <p:spPr>
          <a:xfrm>
            <a:off x="780188" y="16344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idx="1" type="subTitle"/>
          </p:nvPr>
        </p:nvSpPr>
        <p:spPr>
          <a:xfrm>
            <a:off x="1932788" y="22452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3" type="subTitle"/>
          </p:nvPr>
        </p:nvSpPr>
        <p:spPr>
          <a:xfrm>
            <a:off x="1932788" y="17106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hasCustomPrompt="1" idx="4" type="title"/>
          </p:nvPr>
        </p:nvSpPr>
        <p:spPr>
          <a:xfrm>
            <a:off x="4720913" y="16344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idx="5" type="subTitle"/>
          </p:nvPr>
        </p:nvSpPr>
        <p:spPr>
          <a:xfrm>
            <a:off x="5873513" y="22452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6" type="subTitle"/>
          </p:nvPr>
        </p:nvSpPr>
        <p:spPr>
          <a:xfrm>
            <a:off x="5873513" y="17106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hasCustomPrompt="1" idx="7" type="title"/>
          </p:nvPr>
        </p:nvSpPr>
        <p:spPr>
          <a:xfrm>
            <a:off x="780188" y="30956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/>
          <p:nvPr>
            <p:ph idx="8" type="subTitle"/>
          </p:nvPr>
        </p:nvSpPr>
        <p:spPr>
          <a:xfrm>
            <a:off x="1932788" y="37064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9" type="subTitle"/>
          </p:nvPr>
        </p:nvSpPr>
        <p:spPr>
          <a:xfrm>
            <a:off x="1932788" y="31718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13" type="title"/>
          </p:nvPr>
        </p:nvSpPr>
        <p:spPr>
          <a:xfrm>
            <a:off x="4720913" y="30956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idx="14" type="subTitle"/>
          </p:nvPr>
        </p:nvSpPr>
        <p:spPr>
          <a:xfrm>
            <a:off x="5873513" y="37064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5" type="subTitle"/>
          </p:nvPr>
        </p:nvSpPr>
        <p:spPr>
          <a:xfrm>
            <a:off x="5873513" y="31718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grpSp>
        <p:nvGrpSpPr>
          <p:cNvPr id="120" name="Google Shape;120;p13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21" name="Google Shape;121;p13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TITLE_AND_DESCRIPTION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506834" y="3121664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 flipH="1" rot="5400000">
            <a:off x="-22078" y="1685747"/>
            <a:ext cx="1196841" cy="1772016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 rot="10800000">
            <a:off x="506834" y="-587011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 flipH="1">
            <a:off x="7394334" y="3121664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 rot="-5400000">
            <a:off x="7969238" y="1685747"/>
            <a:ext cx="1196841" cy="1772016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 flipH="1" rot="10800000">
            <a:off x="7394334" y="-587011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4"/>
          <p:cNvSpPr txBox="1"/>
          <p:nvPr>
            <p:ph type="title"/>
          </p:nvPr>
        </p:nvSpPr>
        <p:spPr>
          <a:xfrm>
            <a:off x="2549400" y="3413302"/>
            <a:ext cx="40452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5" name="Google Shape;135;p14"/>
          <p:cNvSpPr txBox="1"/>
          <p:nvPr>
            <p:ph idx="1" type="subTitle"/>
          </p:nvPr>
        </p:nvSpPr>
        <p:spPr>
          <a:xfrm>
            <a:off x="2159400" y="1207588"/>
            <a:ext cx="4825200" cy="20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ONE_COLUMN_TEXT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5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42" name="Google Shape;142;p15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720025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9" name="Google Shape;149;p15"/>
          <p:cNvSpPr txBox="1"/>
          <p:nvPr>
            <p:ph idx="2" type="subTitle"/>
          </p:nvPr>
        </p:nvSpPr>
        <p:spPr>
          <a:xfrm>
            <a:off x="719988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3" type="subTitle"/>
          </p:nvPr>
        </p:nvSpPr>
        <p:spPr>
          <a:xfrm>
            <a:off x="3387019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4" type="subTitle"/>
          </p:nvPr>
        </p:nvSpPr>
        <p:spPr>
          <a:xfrm>
            <a:off x="3386975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5" type="subTitle"/>
          </p:nvPr>
        </p:nvSpPr>
        <p:spPr>
          <a:xfrm>
            <a:off x="6054025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6" type="subTitle"/>
          </p:nvPr>
        </p:nvSpPr>
        <p:spPr>
          <a:xfrm>
            <a:off x="6053975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AND_TWO_COLUMNS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" type="subTitle"/>
          </p:nvPr>
        </p:nvSpPr>
        <p:spPr>
          <a:xfrm>
            <a:off x="720025" y="37836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" name="Google Shape;158;p16"/>
          <p:cNvSpPr txBox="1"/>
          <p:nvPr>
            <p:ph idx="2" type="subTitle"/>
          </p:nvPr>
        </p:nvSpPr>
        <p:spPr>
          <a:xfrm>
            <a:off x="719988" y="325767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59" name="Google Shape;159;p16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6054000" y="37836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6053963" y="325767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720025" y="23534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6" type="subTitle"/>
          </p:nvPr>
        </p:nvSpPr>
        <p:spPr>
          <a:xfrm>
            <a:off x="719988" y="18275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7" type="subTitle"/>
          </p:nvPr>
        </p:nvSpPr>
        <p:spPr>
          <a:xfrm>
            <a:off x="6054000" y="23534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8" name="Google Shape;168;p16"/>
          <p:cNvSpPr txBox="1"/>
          <p:nvPr>
            <p:ph idx="8" type="subTitle"/>
          </p:nvPr>
        </p:nvSpPr>
        <p:spPr>
          <a:xfrm>
            <a:off x="6053963" y="18275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ONE_COLUMN_TEXT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71" name="Google Shape;171;p1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" type="subTitle"/>
          </p:nvPr>
        </p:nvSpPr>
        <p:spPr>
          <a:xfrm>
            <a:off x="720006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2" type="subTitle"/>
          </p:nvPr>
        </p:nvSpPr>
        <p:spPr>
          <a:xfrm>
            <a:off x="720006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3" type="subTitle"/>
          </p:nvPr>
        </p:nvSpPr>
        <p:spPr>
          <a:xfrm>
            <a:off x="3386996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4" type="subTitle"/>
          </p:nvPr>
        </p:nvSpPr>
        <p:spPr>
          <a:xfrm>
            <a:off x="3386996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5" type="subTitle"/>
          </p:nvPr>
        </p:nvSpPr>
        <p:spPr>
          <a:xfrm>
            <a:off x="6053998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6" type="subTitle"/>
          </p:nvPr>
        </p:nvSpPr>
        <p:spPr>
          <a:xfrm>
            <a:off x="6053998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7" type="subTitle"/>
          </p:nvPr>
        </p:nvSpPr>
        <p:spPr>
          <a:xfrm>
            <a:off x="720006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4" name="Google Shape;184;p17"/>
          <p:cNvSpPr txBox="1"/>
          <p:nvPr>
            <p:ph idx="8" type="subTitle"/>
          </p:nvPr>
        </p:nvSpPr>
        <p:spPr>
          <a:xfrm>
            <a:off x="720006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9" type="subTitle"/>
          </p:nvPr>
        </p:nvSpPr>
        <p:spPr>
          <a:xfrm>
            <a:off x="3386996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6" name="Google Shape;186;p17"/>
          <p:cNvSpPr txBox="1"/>
          <p:nvPr>
            <p:ph idx="13" type="subTitle"/>
          </p:nvPr>
        </p:nvSpPr>
        <p:spPr>
          <a:xfrm>
            <a:off x="3386996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4" type="subTitle"/>
          </p:nvPr>
        </p:nvSpPr>
        <p:spPr>
          <a:xfrm>
            <a:off x="6053998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5" type="subTitle"/>
          </p:nvPr>
        </p:nvSpPr>
        <p:spPr>
          <a:xfrm>
            <a:off x="6053998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TITLE_AND_TWO_COLUMNS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 txBox="1"/>
          <p:nvPr>
            <p:ph idx="1" type="subTitle"/>
          </p:nvPr>
        </p:nvSpPr>
        <p:spPr>
          <a:xfrm>
            <a:off x="720025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7" name="Google Shape;197;p18"/>
          <p:cNvSpPr txBox="1"/>
          <p:nvPr>
            <p:ph idx="2" type="subTitle"/>
          </p:nvPr>
        </p:nvSpPr>
        <p:spPr>
          <a:xfrm>
            <a:off x="719988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3" type="subTitle"/>
          </p:nvPr>
        </p:nvSpPr>
        <p:spPr>
          <a:xfrm>
            <a:off x="6054021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9" name="Google Shape;199;p18"/>
          <p:cNvSpPr txBox="1"/>
          <p:nvPr>
            <p:ph idx="4" type="subTitle"/>
          </p:nvPr>
        </p:nvSpPr>
        <p:spPr>
          <a:xfrm>
            <a:off x="6053975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5" type="subTitle"/>
          </p:nvPr>
        </p:nvSpPr>
        <p:spPr>
          <a:xfrm>
            <a:off x="720025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6" type="subTitle"/>
          </p:nvPr>
        </p:nvSpPr>
        <p:spPr>
          <a:xfrm>
            <a:off x="719988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7" type="subTitle"/>
          </p:nvPr>
        </p:nvSpPr>
        <p:spPr>
          <a:xfrm>
            <a:off x="3387017" y="3083763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3" name="Google Shape;203;p18"/>
          <p:cNvSpPr txBox="1"/>
          <p:nvPr>
            <p:ph idx="8" type="subTitle"/>
          </p:nvPr>
        </p:nvSpPr>
        <p:spPr>
          <a:xfrm>
            <a:off x="3386975" y="2703538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9" type="subTitle"/>
          </p:nvPr>
        </p:nvSpPr>
        <p:spPr>
          <a:xfrm>
            <a:off x="6054021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idx="13" type="subTitle"/>
          </p:nvPr>
        </p:nvSpPr>
        <p:spPr>
          <a:xfrm>
            <a:off x="6053975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ONE_COLUMN_TEXT_1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08" name="Google Shape;208;p1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4" name="Google Shape;214;p19"/>
          <p:cNvSpPr txBox="1"/>
          <p:nvPr>
            <p:ph idx="1" type="subTitle"/>
          </p:nvPr>
        </p:nvSpPr>
        <p:spPr>
          <a:xfrm>
            <a:off x="719988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2" type="subTitle"/>
          </p:nvPr>
        </p:nvSpPr>
        <p:spPr>
          <a:xfrm>
            <a:off x="719988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16" name="Google Shape;216;p19"/>
          <p:cNvSpPr txBox="1"/>
          <p:nvPr>
            <p:ph idx="3" type="subTitle"/>
          </p:nvPr>
        </p:nvSpPr>
        <p:spPr>
          <a:xfrm>
            <a:off x="3389427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7" name="Google Shape;217;p19"/>
          <p:cNvSpPr txBox="1"/>
          <p:nvPr>
            <p:ph idx="4" type="subTitle"/>
          </p:nvPr>
        </p:nvSpPr>
        <p:spPr>
          <a:xfrm>
            <a:off x="3389427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5" type="subTitle"/>
          </p:nvPr>
        </p:nvSpPr>
        <p:spPr>
          <a:xfrm>
            <a:off x="6053969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9" name="Google Shape;219;p19"/>
          <p:cNvSpPr txBox="1"/>
          <p:nvPr>
            <p:ph idx="6" type="subTitle"/>
          </p:nvPr>
        </p:nvSpPr>
        <p:spPr>
          <a:xfrm>
            <a:off x="6053969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hasCustomPrompt="1" idx="7" type="title"/>
          </p:nvPr>
        </p:nvSpPr>
        <p:spPr>
          <a:xfrm>
            <a:off x="719988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1" name="Google Shape;221;p19"/>
          <p:cNvSpPr txBox="1"/>
          <p:nvPr>
            <p:ph hasCustomPrompt="1" idx="8" type="title"/>
          </p:nvPr>
        </p:nvSpPr>
        <p:spPr>
          <a:xfrm>
            <a:off x="3389427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2" name="Google Shape;222;p19"/>
          <p:cNvSpPr txBox="1"/>
          <p:nvPr>
            <p:ph hasCustomPrompt="1" idx="9" type="title"/>
          </p:nvPr>
        </p:nvSpPr>
        <p:spPr>
          <a:xfrm>
            <a:off x="6053969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0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25" name="Google Shape;225;p20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1" name="Google Shape;231;p20"/>
          <p:cNvSpPr txBox="1"/>
          <p:nvPr>
            <p:ph idx="1" type="subTitle"/>
          </p:nvPr>
        </p:nvSpPr>
        <p:spPr>
          <a:xfrm>
            <a:off x="1385225" y="2356575"/>
            <a:ext cx="3088200" cy="11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34" name="Google Shape;234;p21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35" name="Google Shape;235;p21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ONLY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42" name="Google Shape;242;p22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43" name="Google Shape;243;p22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2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22"/>
          <p:cNvSpPr txBox="1"/>
          <p:nvPr>
            <p:ph idx="1" type="subTitle"/>
          </p:nvPr>
        </p:nvSpPr>
        <p:spPr>
          <a:xfrm>
            <a:off x="1189850" y="2186950"/>
            <a:ext cx="2815500" cy="12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ONLY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1" name="Google Shape;251;p2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 txBox="1"/>
          <p:nvPr>
            <p:ph idx="1" type="subTitle"/>
          </p:nvPr>
        </p:nvSpPr>
        <p:spPr>
          <a:xfrm>
            <a:off x="5146550" y="2186950"/>
            <a:ext cx="2815500" cy="12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type="title"/>
          </p:nvPr>
        </p:nvSpPr>
        <p:spPr>
          <a:xfrm>
            <a:off x="1010350" y="2659450"/>
            <a:ext cx="318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9" name="Google Shape;259;p24"/>
          <p:cNvSpPr txBox="1"/>
          <p:nvPr>
            <p:ph hasCustomPrompt="1" idx="2" type="title"/>
          </p:nvPr>
        </p:nvSpPr>
        <p:spPr>
          <a:xfrm>
            <a:off x="101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0" name="Google Shape;260;p24"/>
          <p:cNvSpPr txBox="1"/>
          <p:nvPr>
            <p:ph idx="1" type="subTitle"/>
          </p:nvPr>
        </p:nvSpPr>
        <p:spPr>
          <a:xfrm>
            <a:off x="1330600" y="3499575"/>
            <a:ext cx="2544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1" name="Google Shape;261;p2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 flipH="1">
            <a:off x="4554352" y="1034100"/>
            <a:ext cx="2298696" cy="5825846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 flipH="1" rot="10800000">
            <a:off x="6124477" y="-1400800"/>
            <a:ext cx="2298696" cy="5825846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1" type="subTitle"/>
          </p:nvPr>
        </p:nvSpPr>
        <p:spPr>
          <a:xfrm>
            <a:off x="1029000" y="2710700"/>
            <a:ext cx="20610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" type="subTitle"/>
          </p:nvPr>
        </p:nvSpPr>
        <p:spPr>
          <a:xfrm>
            <a:off x="720000" y="22523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73" name="Google Shape;273;p25"/>
          <p:cNvSpPr txBox="1"/>
          <p:nvPr>
            <p:ph idx="3" type="subTitle"/>
          </p:nvPr>
        </p:nvSpPr>
        <p:spPr>
          <a:xfrm>
            <a:off x="6054000" y="2710700"/>
            <a:ext cx="20610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4" type="subTitle"/>
          </p:nvPr>
        </p:nvSpPr>
        <p:spPr>
          <a:xfrm>
            <a:off x="6054000" y="22523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75" name="Google Shape;275;p25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6637212" y="1523850"/>
            <a:ext cx="2149212" cy="4828780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57587" y="1523850"/>
            <a:ext cx="2149212" cy="4828780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 txBox="1"/>
          <p:nvPr>
            <p:ph type="ctrTitle"/>
          </p:nvPr>
        </p:nvSpPr>
        <p:spPr>
          <a:xfrm>
            <a:off x="2178025" y="723700"/>
            <a:ext cx="4788000" cy="10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4" name="Google Shape;284;p26"/>
          <p:cNvSpPr txBox="1"/>
          <p:nvPr>
            <p:ph idx="1" type="subTitle"/>
          </p:nvPr>
        </p:nvSpPr>
        <p:spPr>
          <a:xfrm>
            <a:off x="2274425" y="2333150"/>
            <a:ext cx="45951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5" name="Google Shape;285;p26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 txBox="1"/>
          <p:nvPr>
            <p:ph idx="2" type="subTitle"/>
          </p:nvPr>
        </p:nvSpPr>
        <p:spPr>
          <a:xfrm>
            <a:off x="2274425" y="1704625"/>
            <a:ext cx="45951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90" name="Google Shape;290;p26"/>
          <p:cNvSpPr txBox="1"/>
          <p:nvPr/>
        </p:nvSpPr>
        <p:spPr>
          <a:xfrm>
            <a:off x="2400000" y="3701175"/>
            <a:ext cx="43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8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8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305" name="Google Shape;305;p2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12" name="Google Shape;312;p30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CHESS ENGINE WITH AI-DRIVEN EVALUATION</a:t>
            </a:r>
            <a:endParaRPr/>
          </a:p>
        </p:txBody>
      </p:sp>
      <p:sp>
        <p:nvSpPr>
          <p:cNvPr id="319" name="Google Shape;319;p32"/>
          <p:cNvSpPr txBox="1"/>
          <p:nvPr>
            <p:ph idx="1" type="subTitle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Minimax Search with Alpha-Beta Pruning &amp; Texel-Tuned Evaluation</a:t>
            </a:r>
            <a:endParaRPr/>
          </a:p>
          <a:p>
            <a:pPr algn="ctr"/>
            <a:r>
              <a:t>IT255 — Artificial Intelligence Mini Project</a:t>
            </a:r>
          </a:p>
        </p:txBody>
      </p:sp>
      <p:sp>
        <p:nvSpPr>
          <p:cNvPr id="320" name="Google Shape;320;p32"/>
          <p:cNvSpPr/>
          <p:nvPr/>
        </p:nvSpPr>
        <p:spPr>
          <a:xfrm>
            <a:off x="38122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2"/>
          <p:cNvSpPr/>
          <p:nvPr/>
        </p:nvSpPr>
        <p:spPr>
          <a:xfrm>
            <a:off x="44824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51526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38122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44824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51526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TABLE OF CONTENTS</a:t>
            </a:r>
            <a:endParaRPr/>
          </a:p>
        </p:txBody>
      </p:sp>
      <p:sp>
        <p:nvSpPr>
          <p:cNvPr id="340" name="Google Shape;340;p34"/>
          <p:cNvSpPr txBox="1"/>
          <p:nvPr>
            <p:ph idx="1" type="subTitle"/>
          </p:nvPr>
        </p:nvSpPr>
        <p:spPr>
          <a:xfrm>
            <a:off x="1932788" y="22452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 overview, innovation, and hybrid AI approach</a:t>
            </a:r>
            <a:endParaRPr/>
          </a:p>
        </p:txBody>
      </p:sp>
      <p:sp>
        <p:nvSpPr>
          <p:cNvPr id="341" name="Google Shape;341;p34"/>
          <p:cNvSpPr txBox="1"/>
          <p:nvPr>
            <p:ph idx="2" type="title"/>
          </p:nvPr>
        </p:nvSpPr>
        <p:spPr>
          <a:xfrm>
            <a:off x="780188" y="16344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2" name="Google Shape;342;p34"/>
          <p:cNvSpPr txBox="1"/>
          <p:nvPr>
            <p:ph idx="3" type="subTitle"/>
          </p:nvPr>
        </p:nvSpPr>
        <p:spPr>
          <a:xfrm>
            <a:off x="1932788" y="17106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INTRODUCTION</a:t>
            </a:r>
            <a:endParaRPr/>
          </a:p>
        </p:txBody>
      </p:sp>
      <p:sp>
        <p:nvSpPr>
          <p:cNvPr id="343" name="Google Shape;343;p34"/>
          <p:cNvSpPr txBox="1"/>
          <p:nvPr>
            <p:ph idx="4" type="title"/>
          </p:nvPr>
        </p:nvSpPr>
        <p:spPr>
          <a:xfrm>
            <a:off x="4720913" y="16344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4" name="Google Shape;344;p34"/>
          <p:cNvSpPr txBox="1"/>
          <p:nvPr>
            <p:ph idx="5" type="subTitle"/>
          </p:nvPr>
        </p:nvSpPr>
        <p:spPr>
          <a:xfrm>
            <a:off x="5873513" y="22452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challenge of building a competitive chess engine</a:t>
            </a:r>
            <a:endParaRPr/>
          </a:p>
        </p:txBody>
      </p:sp>
      <p:sp>
        <p:nvSpPr>
          <p:cNvPr id="345" name="Google Shape;345;p34"/>
          <p:cNvSpPr txBox="1"/>
          <p:nvPr>
            <p:ph idx="6" type="subTitle"/>
          </p:nvPr>
        </p:nvSpPr>
        <p:spPr>
          <a:xfrm>
            <a:off x="5873513" y="17106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PROBLEM STATEMENT</a:t>
            </a:r>
            <a:endParaRPr/>
          </a:p>
        </p:txBody>
      </p:sp>
      <p:sp>
        <p:nvSpPr>
          <p:cNvPr id="346" name="Google Shape;346;p34"/>
          <p:cNvSpPr txBox="1"/>
          <p:nvPr>
            <p:ph idx="7" type="title"/>
          </p:nvPr>
        </p:nvSpPr>
        <p:spPr>
          <a:xfrm>
            <a:off x="780188" y="30956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7" name="Google Shape;347;p34"/>
          <p:cNvSpPr txBox="1"/>
          <p:nvPr>
            <p:ph idx="8" type="subTitle"/>
          </p:nvPr>
        </p:nvSpPr>
        <p:spPr>
          <a:xfrm>
            <a:off x="1932788" y="37064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Search algorithms, evaluation, tuning pipeline, and system architecture</a:t>
            </a:r>
            <a:endParaRPr/>
          </a:p>
        </p:txBody>
      </p:sp>
      <p:sp>
        <p:nvSpPr>
          <p:cNvPr id="348" name="Google Shape;348;p34"/>
          <p:cNvSpPr txBox="1"/>
          <p:nvPr>
            <p:ph idx="9" type="subTitle"/>
          </p:nvPr>
        </p:nvSpPr>
        <p:spPr>
          <a:xfrm>
            <a:off x="1932788" y="31718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METHODOLOGY &amp; IMPLEMENTATION</a:t>
            </a:r>
            <a:endParaRPr/>
          </a:p>
        </p:txBody>
      </p:sp>
      <p:sp>
        <p:nvSpPr>
          <p:cNvPr id="349" name="Google Shape;349;p34"/>
          <p:cNvSpPr txBox="1"/>
          <p:nvPr>
            <p:ph idx="13" type="title"/>
          </p:nvPr>
        </p:nvSpPr>
        <p:spPr>
          <a:xfrm>
            <a:off x="4720913" y="30956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0" name="Google Shape;350;p34"/>
          <p:cNvSpPr txBox="1"/>
          <p:nvPr>
            <p:ph idx="14" type="subTitle"/>
          </p:nvPr>
        </p:nvSpPr>
        <p:spPr>
          <a:xfrm>
            <a:off x="5873513" y="37064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Key metrics, benchmarking, and validation</a:t>
            </a:r>
            <a:endParaRPr/>
          </a:p>
        </p:txBody>
      </p:sp>
      <p:sp>
        <p:nvSpPr>
          <p:cNvPr id="351" name="Google Shape;351;p34"/>
          <p:cNvSpPr txBox="1"/>
          <p:nvPr>
            <p:ph idx="15" type="subTitle"/>
          </p:nvPr>
        </p:nvSpPr>
        <p:spPr>
          <a:xfrm>
            <a:off x="5873513" y="31718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</a:t>
            </a:r>
            <a:endParaRPr/>
          </a:p>
        </p:txBody>
      </p:sp>
      <p:sp>
        <p:nvSpPr>
          <p:cNvPr id="352" name="Google Shape;352;p34"/>
          <p:cNvSpPr/>
          <p:nvPr/>
        </p:nvSpPr>
        <p:spPr>
          <a:xfrm>
            <a:off x="8159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81490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type="title"/>
          </p:nvPr>
        </p:nvSpPr>
        <p:spPr>
          <a:xfrm>
            <a:off x="720000" y="23103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METHODOLOGY &amp; IMPLEMENTATION</a:t>
            </a:r>
            <a:endParaRPr/>
          </a:p>
        </p:txBody>
      </p:sp>
      <p:sp>
        <p:nvSpPr>
          <p:cNvPr id="359" name="Google Shape;359;p35"/>
          <p:cNvSpPr txBox="1"/>
          <p:nvPr>
            <p:ph idx="1" type="subTitle"/>
          </p:nvPr>
        </p:nvSpPr>
        <p:spPr>
          <a:xfrm>
            <a:off x="720000" y="3651600"/>
            <a:ext cx="3475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engine follows a layered architecture: Search → Evaluation → Tuning → Knowledge → UI. Each component is modular and independently testable. The methodology combines classical game tree search with machine learning-inspired parameter optimization.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/>
          <p:nvPr>
            <p:ph type="title"/>
          </p:nvPr>
        </p:nvSpPr>
        <p:spPr>
          <a:xfrm>
            <a:off x="4820350" y="2659450"/>
            <a:ext cx="318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INTRODUCTION</a:t>
            </a:r>
            <a:endParaRPr/>
          </a:p>
        </p:txBody>
      </p:sp>
      <p:sp>
        <p:nvSpPr>
          <p:cNvPr id="365" name="Google Shape;365;p36"/>
          <p:cNvSpPr txBox="1"/>
          <p:nvPr>
            <p:ph idx="1" type="subTitle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What this chess engine is and why it matters</a:t>
            </a:r>
            <a:endParaRPr/>
          </a:p>
        </p:txBody>
      </p:sp>
      <p:sp>
        <p:nvSpPr>
          <p:cNvPr id="366" name="Google Shape;366;p36"/>
          <p:cNvSpPr txBox="1"/>
          <p:nvPr>
            <p:ph idx="2" type="title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67" name="Google Shape;367;p36"/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68" name="Google Shape;368;p36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WHAT MAKES THIS ENGINE UNIQUE</a:t>
            </a:r>
            <a:endParaRPr/>
          </a:p>
        </p:txBody>
      </p:sp>
      <p:sp>
        <p:nvSpPr>
          <p:cNvPr id="375" name="Google Shape;375;p37"/>
          <p:cNvSpPr txBox="1"/>
          <p:nvPr>
            <p:ph idx="1" type="body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>★ Full-stack chess engine built entirely from scratch in Python</a:t>
            </a:r>
            <a:endParaRPr/>
          </a:p>
          <a:p>
            <a:pPr indent="-228600" lvl="0" marL="2413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endParaRPr/>
          </a:p>
          <a:p>
            <a:pPr indent="-228600" lvl="0" marL="2413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endParaRPr/>
          </a:p>
          <a:p>
            <a:pPr indent="-228600" lvl="0" marL="2413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sz="1800"/>
          </a:p>
          <a:p>
            <a:pPr algn="l"/>
            <a:r>
              <a:t>★ Hybrid AI: Classical Minimax + Alpha-Beta combined with data-driven Texel Tuning</a:t>
            </a:r>
          </a:p>
          <a:p>
            <a:pPr algn="l"/>
            <a:r>
              <a:t>★ 803-parameter evaluation function optimized via L-BFGS-B on Stockfish training data</a:t>
            </a:r>
          </a:p>
          <a:p>
            <a:pPr algn="l"/>
            <a:r>
              <a:t>★ PeSTO Piece-Square Tables with Texel-tuned refinement for positional assessment</a:t>
            </a:r>
          </a:p>
          <a:p>
            <a:pPr algn="l"/>
            <a:r>
              <a:t>★ Specialized endgame heuristics for KBN vs K, KBB vs K, and KRK mating</a:t>
            </a:r>
          </a:p>
          <a:p>
            <a:pPr algn="l"/>
            <a:r>
              <a:t>★ Tapered evaluation: smooth middlegame ↔ endgame phase transition (0–24 scale)</a:t>
            </a:r>
          </a:p>
          <a:p>
            <a:pPr algn="l"/>
            <a:r>
              <a:t>★ Polyglot opening book + Syzygy endgame tablebases for knowledge integration</a:t>
            </a:r>
          </a:p>
          <a:p>
            <a:pPr algn="l"/>
            <a:r>
              <a:t>★ Interactive Pygame GUI with drag-and-drop, eval bar, clocks, premove support</a:t>
            </a:r>
          </a:p>
        </p:txBody>
      </p:sp>
      <p:grpSp>
        <p:nvGrpSpPr>
          <p:cNvPr id="376" name="Google Shape;376;p37"/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77" name="Google Shape;377;p37"/>
            <p:cNvSpPr/>
            <p:nvPr/>
          </p:nvSpPr>
          <p:spPr>
            <a:xfrm>
              <a:off x="56730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2514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8298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74082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79866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56730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62514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68298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74082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79866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56730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62514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68298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74082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79866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37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93" name="Google Shape;393;p37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/>
          <p:nvPr/>
        </p:nvSpPr>
        <p:spPr>
          <a:xfrm>
            <a:off x="2337038" y="16165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8"/>
          <p:cNvSpPr/>
          <p:nvPr/>
        </p:nvSpPr>
        <p:spPr>
          <a:xfrm>
            <a:off x="5853550" y="161657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8"/>
          <p:cNvSpPr/>
          <p:nvPr/>
        </p:nvSpPr>
        <p:spPr>
          <a:xfrm>
            <a:off x="8159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8"/>
          <p:cNvSpPr/>
          <p:nvPr/>
        </p:nvSpPr>
        <p:spPr>
          <a:xfrm>
            <a:off x="81490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HYBRID CLASSICAL + DATA-DRIVEN AI</a:t>
            </a:r>
            <a:endParaRPr/>
          </a:p>
        </p:txBody>
      </p:sp>
      <p:sp>
        <p:nvSpPr>
          <p:cNvPr id="404" name="Google Shape;404;p38"/>
          <p:cNvSpPr txBox="1"/>
          <p:nvPr>
            <p:ph idx="1" type="subTitle"/>
          </p:nvPr>
        </p:nvSpPr>
        <p:spPr>
          <a:xfrm>
            <a:off x="1359850" y="3433125"/>
            <a:ext cx="28872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Negamax with alpha-beta pruning for game tree exploration. Iterative deepening with aspiration windows. Null-move pruning, LMR, PVS reduce search space. Quiescence search resolves tactical sequences.</a:t>
            </a:r>
            <a:endParaRPr/>
          </a:p>
        </p:txBody>
      </p:sp>
      <p:sp>
        <p:nvSpPr>
          <p:cNvPr id="405" name="Google Shape;405;p38"/>
          <p:cNvSpPr txBox="1"/>
          <p:nvPr>
            <p:ph idx="2" type="subTitle"/>
          </p:nvPr>
        </p:nvSpPr>
        <p:spPr>
          <a:xfrm>
            <a:off x="1618413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CLASSICAL AI LAYER</a:t>
            </a:r>
            <a:endParaRPr/>
          </a:p>
        </p:txBody>
      </p:sp>
      <p:sp>
        <p:nvSpPr>
          <p:cNvPr id="406" name="Google Shape;406;p38"/>
          <p:cNvSpPr txBox="1"/>
          <p:nvPr>
            <p:ph idx="3" type="subTitle"/>
          </p:nvPr>
        </p:nvSpPr>
        <p:spPr>
          <a:xfrm>
            <a:off x="4897050" y="3433125"/>
            <a:ext cx="28872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Texel Tuning: 803 parameters (10 material, 768 PST, 25 bonus) optimized via L-BFGS-B. Minimizes MSE between engine and Stockfish predictions across 50K+ quiescent positions.</a:t>
            </a:r>
            <a:endParaRPr/>
          </a:p>
        </p:txBody>
      </p:sp>
      <p:sp>
        <p:nvSpPr>
          <p:cNvPr id="407" name="Google Shape;407;p38"/>
          <p:cNvSpPr txBox="1"/>
          <p:nvPr>
            <p:ph idx="4" type="subTitle"/>
          </p:nvPr>
        </p:nvSpPr>
        <p:spPr>
          <a:xfrm>
            <a:off x="5155588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DATA-DRIVEN LAYER</a:t>
            </a:r>
            <a:endParaRPr/>
          </a:p>
        </p:txBody>
      </p:sp>
      <p:grpSp>
        <p:nvGrpSpPr>
          <p:cNvPr id="408" name="Google Shape;408;p38"/>
          <p:cNvGrpSpPr/>
          <p:nvPr/>
        </p:nvGrpSpPr>
        <p:grpSpPr>
          <a:xfrm>
            <a:off x="2654683" y="1876759"/>
            <a:ext cx="338808" cy="430665"/>
            <a:chOff x="2693092" y="1574297"/>
            <a:chExt cx="261810" cy="332765"/>
          </a:xfrm>
        </p:grpSpPr>
        <p:sp>
          <p:nvSpPr>
            <p:cNvPr id="409" name="Google Shape;409;p38"/>
            <p:cNvSpPr/>
            <p:nvPr/>
          </p:nvSpPr>
          <p:spPr>
            <a:xfrm>
              <a:off x="2735073" y="1612380"/>
              <a:ext cx="10830" cy="18657"/>
            </a:xfrm>
            <a:custGeom>
              <a:rect b="b" l="l" r="r" t="t"/>
              <a:pathLst>
                <a:path extrusionOk="0" h="584" w="339">
                  <a:moveTo>
                    <a:pt x="163" y="1"/>
                  </a:moveTo>
                  <a:lnTo>
                    <a:pt x="163" y="28"/>
                  </a:lnTo>
                  <a:lnTo>
                    <a:pt x="0" y="515"/>
                  </a:lnTo>
                  <a:cubicBezTo>
                    <a:pt x="0" y="542"/>
                    <a:pt x="0" y="557"/>
                    <a:pt x="13" y="570"/>
                  </a:cubicBezTo>
                  <a:cubicBezTo>
                    <a:pt x="13" y="584"/>
                    <a:pt x="41" y="584"/>
                    <a:pt x="55" y="584"/>
                  </a:cubicBezTo>
                  <a:lnTo>
                    <a:pt x="271" y="584"/>
                  </a:lnTo>
                  <a:cubicBezTo>
                    <a:pt x="298" y="584"/>
                    <a:pt x="311" y="584"/>
                    <a:pt x="326" y="570"/>
                  </a:cubicBezTo>
                  <a:cubicBezTo>
                    <a:pt x="339" y="557"/>
                    <a:pt x="339" y="542"/>
                    <a:pt x="326" y="515"/>
                  </a:cubicBezTo>
                  <a:lnTo>
                    <a:pt x="176" y="28"/>
                  </a:lnTo>
                  <a:cubicBezTo>
                    <a:pt x="176" y="15"/>
                    <a:pt x="163" y="15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8"/>
            <p:cNvSpPr/>
            <p:nvPr/>
          </p:nvSpPr>
          <p:spPr>
            <a:xfrm>
              <a:off x="2902485" y="1849951"/>
              <a:ext cx="10447" cy="18625"/>
            </a:xfrm>
            <a:custGeom>
              <a:rect b="b" l="l" r="r" t="t"/>
              <a:pathLst>
                <a:path extrusionOk="0" h="583" w="327">
                  <a:moveTo>
                    <a:pt x="55" y="0"/>
                  </a:moveTo>
                  <a:cubicBezTo>
                    <a:pt x="28" y="0"/>
                    <a:pt x="15" y="13"/>
                    <a:pt x="1" y="27"/>
                  </a:cubicBezTo>
                  <a:lnTo>
                    <a:pt x="1" y="82"/>
                  </a:lnTo>
                  <a:lnTo>
                    <a:pt x="150" y="569"/>
                  </a:lnTo>
                  <a:cubicBezTo>
                    <a:pt x="164" y="569"/>
                    <a:pt x="164" y="582"/>
                    <a:pt x="164" y="582"/>
                  </a:cubicBezTo>
                  <a:lnTo>
                    <a:pt x="164" y="569"/>
                  </a:lnTo>
                  <a:lnTo>
                    <a:pt x="326" y="82"/>
                  </a:lnTo>
                  <a:lnTo>
                    <a:pt x="326" y="27"/>
                  </a:lnTo>
                  <a:cubicBezTo>
                    <a:pt x="313" y="13"/>
                    <a:pt x="299" y="0"/>
                    <a:pt x="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2693092" y="1574297"/>
              <a:ext cx="261810" cy="332765"/>
            </a:xfrm>
            <a:custGeom>
              <a:rect b="b" l="l" r="r" t="t"/>
              <a:pathLst>
                <a:path extrusionOk="0" h="10416" w="8195">
                  <a:moveTo>
                    <a:pt x="1544" y="597"/>
                  </a:moveTo>
                  <a:cubicBezTo>
                    <a:pt x="1640" y="597"/>
                    <a:pt x="1721" y="665"/>
                    <a:pt x="1748" y="746"/>
                  </a:cubicBezTo>
                  <a:lnTo>
                    <a:pt x="2317" y="2384"/>
                  </a:lnTo>
                  <a:cubicBezTo>
                    <a:pt x="2330" y="2426"/>
                    <a:pt x="2330" y="2480"/>
                    <a:pt x="2303" y="2507"/>
                  </a:cubicBezTo>
                  <a:cubicBezTo>
                    <a:pt x="2275" y="2534"/>
                    <a:pt x="2235" y="2561"/>
                    <a:pt x="2194" y="2561"/>
                  </a:cubicBezTo>
                  <a:lnTo>
                    <a:pt x="2073" y="2561"/>
                  </a:lnTo>
                  <a:cubicBezTo>
                    <a:pt x="1978" y="2561"/>
                    <a:pt x="1883" y="2493"/>
                    <a:pt x="1869" y="2412"/>
                  </a:cubicBezTo>
                  <a:lnTo>
                    <a:pt x="1815" y="2249"/>
                  </a:lnTo>
                  <a:cubicBezTo>
                    <a:pt x="1802" y="2195"/>
                    <a:pt x="1734" y="2155"/>
                    <a:pt x="1680" y="2155"/>
                  </a:cubicBezTo>
                  <a:lnTo>
                    <a:pt x="1273" y="2155"/>
                  </a:lnTo>
                  <a:cubicBezTo>
                    <a:pt x="1219" y="2155"/>
                    <a:pt x="1165" y="2195"/>
                    <a:pt x="1152" y="2249"/>
                  </a:cubicBezTo>
                  <a:lnTo>
                    <a:pt x="1098" y="2412"/>
                  </a:lnTo>
                  <a:cubicBezTo>
                    <a:pt x="1071" y="2493"/>
                    <a:pt x="989" y="2561"/>
                    <a:pt x="894" y="2561"/>
                  </a:cubicBezTo>
                  <a:lnTo>
                    <a:pt x="773" y="2561"/>
                  </a:lnTo>
                  <a:cubicBezTo>
                    <a:pt x="719" y="2561"/>
                    <a:pt x="677" y="2534"/>
                    <a:pt x="664" y="2507"/>
                  </a:cubicBezTo>
                  <a:cubicBezTo>
                    <a:pt x="637" y="2480"/>
                    <a:pt x="637" y="2426"/>
                    <a:pt x="650" y="2384"/>
                  </a:cubicBezTo>
                  <a:lnTo>
                    <a:pt x="1206" y="746"/>
                  </a:lnTo>
                  <a:cubicBezTo>
                    <a:pt x="1233" y="665"/>
                    <a:pt x="1327" y="597"/>
                    <a:pt x="1423" y="597"/>
                  </a:cubicBezTo>
                  <a:close/>
                  <a:moveTo>
                    <a:pt x="4104" y="2574"/>
                  </a:moveTo>
                  <a:cubicBezTo>
                    <a:pt x="4104" y="2574"/>
                    <a:pt x="6434" y="4186"/>
                    <a:pt x="6434" y="5418"/>
                  </a:cubicBezTo>
                  <a:cubicBezTo>
                    <a:pt x="6434" y="6149"/>
                    <a:pt x="5932" y="6624"/>
                    <a:pt x="5242" y="6624"/>
                  </a:cubicBezTo>
                  <a:cubicBezTo>
                    <a:pt x="4876" y="6624"/>
                    <a:pt x="4496" y="6380"/>
                    <a:pt x="4294" y="6176"/>
                  </a:cubicBezTo>
                  <a:lnTo>
                    <a:pt x="4294" y="6176"/>
                  </a:lnTo>
                  <a:cubicBezTo>
                    <a:pt x="4294" y="6177"/>
                    <a:pt x="4484" y="7084"/>
                    <a:pt x="4849" y="7762"/>
                  </a:cubicBezTo>
                  <a:cubicBezTo>
                    <a:pt x="4869" y="7809"/>
                    <a:pt x="4490" y="7832"/>
                    <a:pt x="4111" y="7832"/>
                  </a:cubicBezTo>
                  <a:cubicBezTo>
                    <a:pt x="3732" y="7832"/>
                    <a:pt x="3352" y="7809"/>
                    <a:pt x="3373" y="7762"/>
                  </a:cubicBezTo>
                  <a:cubicBezTo>
                    <a:pt x="3711" y="7030"/>
                    <a:pt x="3915" y="6177"/>
                    <a:pt x="3915" y="6176"/>
                  </a:cubicBezTo>
                  <a:lnTo>
                    <a:pt x="3915" y="6176"/>
                  </a:lnTo>
                  <a:cubicBezTo>
                    <a:pt x="3698" y="6366"/>
                    <a:pt x="3305" y="6624"/>
                    <a:pt x="2967" y="6624"/>
                  </a:cubicBezTo>
                  <a:cubicBezTo>
                    <a:pt x="2262" y="6624"/>
                    <a:pt x="1761" y="6163"/>
                    <a:pt x="1761" y="5432"/>
                  </a:cubicBezTo>
                  <a:cubicBezTo>
                    <a:pt x="1761" y="4199"/>
                    <a:pt x="4090" y="2574"/>
                    <a:pt x="4090" y="2574"/>
                  </a:cubicBezTo>
                  <a:close/>
                  <a:moveTo>
                    <a:pt x="7422" y="7856"/>
                  </a:moveTo>
                  <a:cubicBezTo>
                    <a:pt x="7476" y="7856"/>
                    <a:pt x="7517" y="7870"/>
                    <a:pt x="7530" y="7910"/>
                  </a:cubicBezTo>
                  <a:cubicBezTo>
                    <a:pt x="7557" y="7937"/>
                    <a:pt x="7571" y="7978"/>
                    <a:pt x="7544" y="8018"/>
                  </a:cubicBezTo>
                  <a:lnTo>
                    <a:pt x="6988" y="9658"/>
                  </a:lnTo>
                  <a:cubicBezTo>
                    <a:pt x="6961" y="9739"/>
                    <a:pt x="6867" y="9806"/>
                    <a:pt x="6786" y="9806"/>
                  </a:cubicBezTo>
                  <a:lnTo>
                    <a:pt x="6650" y="9806"/>
                  </a:lnTo>
                  <a:cubicBezTo>
                    <a:pt x="6569" y="9806"/>
                    <a:pt x="6474" y="9739"/>
                    <a:pt x="6447" y="9658"/>
                  </a:cubicBezTo>
                  <a:lnTo>
                    <a:pt x="5878" y="8018"/>
                  </a:lnTo>
                  <a:cubicBezTo>
                    <a:pt x="5865" y="7978"/>
                    <a:pt x="5878" y="7937"/>
                    <a:pt x="5892" y="7910"/>
                  </a:cubicBezTo>
                  <a:cubicBezTo>
                    <a:pt x="5919" y="7870"/>
                    <a:pt x="5959" y="7856"/>
                    <a:pt x="6013" y="7856"/>
                  </a:cubicBezTo>
                  <a:lnTo>
                    <a:pt x="6136" y="7856"/>
                  </a:lnTo>
                  <a:cubicBezTo>
                    <a:pt x="6217" y="7856"/>
                    <a:pt x="6311" y="7924"/>
                    <a:pt x="6338" y="8005"/>
                  </a:cubicBezTo>
                  <a:lnTo>
                    <a:pt x="6379" y="8168"/>
                  </a:lnTo>
                  <a:cubicBezTo>
                    <a:pt x="6407" y="8208"/>
                    <a:pt x="6461" y="8262"/>
                    <a:pt x="6515" y="8262"/>
                  </a:cubicBezTo>
                  <a:lnTo>
                    <a:pt x="6921" y="8262"/>
                  </a:lnTo>
                  <a:cubicBezTo>
                    <a:pt x="6975" y="8262"/>
                    <a:pt x="7030" y="8208"/>
                    <a:pt x="7043" y="8168"/>
                  </a:cubicBezTo>
                  <a:lnTo>
                    <a:pt x="7097" y="8005"/>
                  </a:lnTo>
                  <a:cubicBezTo>
                    <a:pt x="7124" y="7924"/>
                    <a:pt x="7219" y="7856"/>
                    <a:pt x="7300" y="7856"/>
                  </a:cubicBezTo>
                  <a:close/>
                  <a:moveTo>
                    <a:pt x="515" y="1"/>
                  </a:moveTo>
                  <a:cubicBezTo>
                    <a:pt x="231" y="1"/>
                    <a:pt x="0" y="232"/>
                    <a:pt x="0" y="516"/>
                  </a:cubicBezTo>
                  <a:lnTo>
                    <a:pt x="0" y="9901"/>
                  </a:lnTo>
                  <a:cubicBezTo>
                    <a:pt x="0" y="10185"/>
                    <a:pt x="231" y="10416"/>
                    <a:pt x="515" y="10416"/>
                  </a:cubicBezTo>
                  <a:lnTo>
                    <a:pt x="7680" y="10416"/>
                  </a:lnTo>
                  <a:cubicBezTo>
                    <a:pt x="7963" y="10416"/>
                    <a:pt x="8194" y="10185"/>
                    <a:pt x="8194" y="9901"/>
                  </a:cubicBezTo>
                  <a:lnTo>
                    <a:pt x="8194" y="516"/>
                  </a:lnTo>
                  <a:cubicBezTo>
                    <a:pt x="8194" y="232"/>
                    <a:pt x="7963" y="1"/>
                    <a:pt x="7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38"/>
          <p:cNvSpPr/>
          <p:nvPr/>
        </p:nvSpPr>
        <p:spPr>
          <a:xfrm>
            <a:off x="6171248" y="1859851"/>
            <a:ext cx="338797" cy="459604"/>
          </a:xfrm>
          <a:custGeom>
            <a:rect b="b" l="l" r="r" t="t"/>
            <a:pathLst>
              <a:path extrusionOk="0" h="10565" w="7788">
                <a:moveTo>
                  <a:pt x="6406" y="8912"/>
                </a:moveTo>
                <a:cubicBezTo>
                  <a:pt x="6650" y="8912"/>
                  <a:pt x="6854" y="9115"/>
                  <a:pt x="6854" y="9358"/>
                </a:cubicBezTo>
                <a:cubicBezTo>
                  <a:pt x="6854" y="9602"/>
                  <a:pt x="6650" y="9806"/>
                  <a:pt x="6406" y="9806"/>
                </a:cubicBezTo>
                <a:lnTo>
                  <a:pt x="5539" y="9806"/>
                </a:lnTo>
                <a:cubicBezTo>
                  <a:pt x="5283" y="9806"/>
                  <a:pt x="5093" y="9602"/>
                  <a:pt x="5093" y="9358"/>
                </a:cubicBezTo>
                <a:cubicBezTo>
                  <a:pt x="5093" y="9115"/>
                  <a:pt x="5283" y="8912"/>
                  <a:pt x="5539" y="8912"/>
                </a:cubicBezTo>
                <a:close/>
                <a:moveTo>
                  <a:pt x="3901" y="1"/>
                </a:moveTo>
                <a:cubicBezTo>
                  <a:pt x="2926" y="1"/>
                  <a:pt x="2141" y="786"/>
                  <a:pt x="2141" y="1747"/>
                </a:cubicBezTo>
                <a:cubicBezTo>
                  <a:pt x="2141" y="2425"/>
                  <a:pt x="2520" y="3007"/>
                  <a:pt x="3075" y="3291"/>
                </a:cubicBezTo>
                <a:lnTo>
                  <a:pt x="3075" y="6312"/>
                </a:lnTo>
                <a:cubicBezTo>
                  <a:pt x="2560" y="6406"/>
                  <a:pt x="2087" y="6569"/>
                  <a:pt x="1693" y="6826"/>
                </a:cubicBezTo>
                <a:cubicBezTo>
                  <a:pt x="1287" y="7070"/>
                  <a:pt x="1003" y="7381"/>
                  <a:pt x="854" y="7720"/>
                </a:cubicBezTo>
                <a:lnTo>
                  <a:pt x="516" y="7720"/>
                </a:lnTo>
                <a:cubicBezTo>
                  <a:pt x="231" y="7720"/>
                  <a:pt x="1" y="7950"/>
                  <a:pt x="1" y="8235"/>
                </a:cubicBezTo>
                <a:lnTo>
                  <a:pt x="1" y="10063"/>
                </a:lnTo>
                <a:cubicBezTo>
                  <a:pt x="1" y="10334"/>
                  <a:pt x="231" y="10564"/>
                  <a:pt x="516" y="10564"/>
                </a:cubicBezTo>
                <a:lnTo>
                  <a:pt x="7273" y="10564"/>
                </a:lnTo>
                <a:cubicBezTo>
                  <a:pt x="7558" y="10564"/>
                  <a:pt x="7788" y="10334"/>
                  <a:pt x="7788" y="10063"/>
                </a:cubicBezTo>
                <a:lnTo>
                  <a:pt x="7788" y="8235"/>
                </a:lnTo>
                <a:cubicBezTo>
                  <a:pt x="7788" y="7950"/>
                  <a:pt x="7558" y="7720"/>
                  <a:pt x="7273" y="7720"/>
                </a:cubicBezTo>
                <a:lnTo>
                  <a:pt x="6935" y="7720"/>
                </a:lnTo>
                <a:cubicBezTo>
                  <a:pt x="6785" y="7381"/>
                  <a:pt x="6501" y="7070"/>
                  <a:pt x="6095" y="6826"/>
                </a:cubicBezTo>
                <a:cubicBezTo>
                  <a:pt x="5702" y="6569"/>
                  <a:pt x="5201" y="6393"/>
                  <a:pt x="4660" y="6312"/>
                </a:cubicBezTo>
                <a:lnTo>
                  <a:pt x="4660" y="3318"/>
                </a:lnTo>
                <a:cubicBezTo>
                  <a:pt x="5241" y="3034"/>
                  <a:pt x="5648" y="2439"/>
                  <a:pt x="5648" y="1747"/>
                </a:cubicBezTo>
                <a:cubicBezTo>
                  <a:pt x="5648" y="786"/>
                  <a:pt x="4862" y="1"/>
                  <a:pt x="39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PROBLEM STATEMENT &amp; OBJECTIVES</a:t>
            </a:r>
            <a:endParaRPr/>
          </a:p>
        </p:txBody>
      </p:sp>
      <p:sp>
        <p:nvSpPr>
          <p:cNvPr id="418" name="Google Shape;418;p39"/>
          <p:cNvSpPr txBox="1"/>
          <p:nvPr>
            <p:ph idx="1" type="subTitle"/>
          </p:nvPr>
        </p:nvSpPr>
        <p:spPr>
          <a:xfrm>
            <a:off x="720025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Traditional chess engines use hand-tuned evaluation functions with suboptimal piece valuations. Balancing search efficiency with evaluation accuracy across all game phases remains a core challenge.</a:t>
            </a:r>
            <a:endParaRPr/>
          </a:p>
        </p:txBody>
      </p:sp>
      <p:sp>
        <p:nvSpPr>
          <p:cNvPr id="419" name="Google Shape;419;p39"/>
          <p:cNvSpPr txBox="1"/>
          <p:nvPr>
            <p:ph idx="2" type="subTitle"/>
          </p:nvPr>
        </p:nvSpPr>
        <p:spPr>
          <a:xfrm>
            <a:off x="719988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THE PROBLEM</a:t>
            </a:r>
            <a:endParaRPr/>
          </a:p>
        </p:txBody>
      </p:sp>
      <p:sp>
        <p:nvSpPr>
          <p:cNvPr id="420" name="Google Shape;420;p39"/>
          <p:cNvSpPr txBox="1"/>
          <p:nvPr>
            <p:ph idx="3" type="subTitle"/>
          </p:nvPr>
        </p:nvSpPr>
        <p:spPr>
          <a:xfrm>
            <a:off x="3387019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Build a complete chess engine with Minimax + Alpha-Beta. Design a comprehensive evaluation function. Optimize 803 params via Texel Tuning. Outperform the hand-tuned baseline.</a:t>
            </a:r>
            <a:endParaRPr/>
          </a:p>
        </p:txBody>
      </p:sp>
      <p:sp>
        <p:nvSpPr>
          <p:cNvPr id="421" name="Google Shape;421;p39"/>
          <p:cNvSpPr txBox="1"/>
          <p:nvPr>
            <p:ph idx="4" type="subTitle"/>
          </p:nvPr>
        </p:nvSpPr>
        <p:spPr>
          <a:xfrm>
            <a:off x="3386981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PRIMARY OBJECTIVES</a:t>
            </a:r>
            <a:endParaRPr/>
          </a:p>
        </p:txBody>
      </p:sp>
      <p:sp>
        <p:nvSpPr>
          <p:cNvPr id="422" name="Google Shape;422;p39"/>
          <p:cNvSpPr txBox="1"/>
          <p:nvPr>
            <p:ph idx="5" type="subTitle"/>
          </p:nvPr>
        </p:nvSpPr>
        <p:spPr>
          <a:xfrm>
            <a:off x="6054025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Integrate opening book and tablebases. Implement NMP, LMR, PVS search enhancements. Handle KBN/KBB endgames. Build Pygame GUI. Create self-play benchmarking framework.</a:t>
            </a:r>
            <a:endParaRPr/>
          </a:p>
        </p:txBody>
      </p:sp>
      <p:sp>
        <p:nvSpPr>
          <p:cNvPr id="423" name="Google Shape;423;p39"/>
          <p:cNvSpPr txBox="1"/>
          <p:nvPr>
            <p:ph idx="6" type="subTitle"/>
          </p:nvPr>
        </p:nvSpPr>
        <p:spPr>
          <a:xfrm>
            <a:off x="6053975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SECONDARY GOALS</a:t>
            </a:r>
            <a:endParaRPr/>
          </a:p>
        </p:txBody>
      </p:sp>
      <p:sp>
        <p:nvSpPr>
          <p:cNvPr id="424" name="Google Shape;424;p39"/>
          <p:cNvSpPr/>
          <p:nvPr/>
        </p:nvSpPr>
        <p:spPr>
          <a:xfrm>
            <a:off x="1417950" y="16165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"/>
          <p:cNvSpPr/>
          <p:nvPr/>
        </p:nvSpPr>
        <p:spPr>
          <a:xfrm>
            <a:off x="4084925" y="161657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9"/>
          <p:cNvSpPr/>
          <p:nvPr/>
        </p:nvSpPr>
        <p:spPr>
          <a:xfrm>
            <a:off x="6751900" y="16165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9"/>
          <p:cNvSpPr/>
          <p:nvPr/>
        </p:nvSpPr>
        <p:spPr>
          <a:xfrm>
            <a:off x="1693834" y="1943142"/>
            <a:ext cx="422332" cy="320967"/>
          </a:xfrm>
          <a:custGeom>
            <a:rect b="b" l="l" r="r" t="t"/>
            <a:pathLst>
              <a:path extrusionOk="0" h="8790" w="11566">
                <a:moveTo>
                  <a:pt x="8884" y="5187"/>
                </a:moveTo>
                <a:cubicBezTo>
                  <a:pt x="9521" y="5187"/>
                  <a:pt x="10036" y="5702"/>
                  <a:pt x="10036" y="6325"/>
                </a:cubicBezTo>
                <a:cubicBezTo>
                  <a:pt x="10036" y="6962"/>
                  <a:pt x="9521" y="7476"/>
                  <a:pt x="8884" y="7476"/>
                </a:cubicBezTo>
                <a:cubicBezTo>
                  <a:pt x="8261" y="7476"/>
                  <a:pt x="7746" y="6962"/>
                  <a:pt x="7746" y="6325"/>
                </a:cubicBezTo>
                <a:cubicBezTo>
                  <a:pt x="7746" y="5702"/>
                  <a:pt x="8261" y="5187"/>
                  <a:pt x="8884" y="5187"/>
                </a:cubicBezTo>
                <a:close/>
                <a:moveTo>
                  <a:pt x="2425" y="5025"/>
                </a:moveTo>
                <a:cubicBezTo>
                  <a:pt x="2668" y="5025"/>
                  <a:pt x="2871" y="5214"/>
                  <a:pt x="2871" y="5458"/>
                </a:cubicBezTo>
                <a:lnTo>
                  <a:pt x="2871" y="5891"/>
                </a:lnTo>
                <a:lnTo>
                  <a:pt x="3291" y="5891"/>
                </a:lnTo>
                <a:cubicBezTo>
                  <a:pt x="3535" y="5891"/>
                  <a:pt x="3738" y="6081"/>
                  <a:pt x="3738" y="6325"/>
                </a:cubicBezTo>
                <a:cubicBezTo>
                  <a:pt x="3738" y="6569"/>
                  <a:pt x="3535" y="6772"/>
                  <a:pt x="3291" y="6772"/>
                </a:cubicBezTo>
                <a:lnTo>
                  <a:pt x="2871" y="6772"/>
                </a:lnTo>
                <a:lnTo>
                  <a:pt x="2871" y="7192"/>
                </a:lnTo>
                <a:cubicBezTo>
                  <a:pt x="2871" y="7435"/>
                  <a:pt x="2668" y="7639"/>
                  <a:pt x="2425" y="7639"/>
                </a:cubicBezTo>
                <a:cubicBezTo>
                  <a:pt x="2181" y="7639"/>
                  <a:pt x="1977" y="7435"/>
                  <a:pt x="1977" y="7192"/>
                </a:cubicBezTo>
                <a:lnTo>
                  <a:pt x="1977" y="6772"/>
                </a:lnTo>
                <a:lnTo>
                  <a:pt x="1558" y="6772"/>
                </a:lnTo>
                <a:cubicBezTo>
                  <a:pt x="1314" y="6772"/>
                  <a:pt x="1111" y="6569"/>
                  <a:pt x="1111" y="6325"/>
                </a:cubicBezTo>
                <a:cubicBezTo>
                  <a:pt x="1111" y="6081"/>
                  <a:pt x="1314" y="5891"/>
                  <a:pt x="1558" y="5891"/>
                </a:cubicBezTo>
                <a:lnTo>
                  <a:pt x="1977" y="5891"/>
                </a:lnTo>
                <a:lnTo>
                  <a:pt x="1977" y="5458"/>
                </a:lnTo>
                <a:cubicBezTo>
                  <a:pt x="1977" y="5214"/>
                  <a:pt x="2181" y="5025"/>
                  <a:pt x="2425" y="5025"/>
                </a:cubicBezTo>
                <a:close/>
                <a:moveTo>
                  <a:pt x="7246" y="0"/>
                </a:moveTo>
                <a:cubicBezTo>
                  <a:pt x="7237" y="0"/>
                  <a:pt x="7228" y="0"/>
                  <a:pt x="7219" y="1"/>
                </a:cubicBezTo>
                <a:cubicBezTo>
                  <a:pt x="6975" y="14"/>
                  <a:pt x="6785" y="218"/>
                  <a:pt x="6785" y="461"/>
                </a:cubicBezTo>
                <a:lnTo>
                  <a:pt x="6813" y="962"/>
                </a:lnTo>
                <a:lnTo>
                  <a:pt x="6148" y="962"/>
                </a:lnTo>
                <a:cubicBezTo>
                  <a:pt x="5688" y="962"/>
                  <a:pt x="5309" y="1341"/>
                  <a:pt x="5309" y="1802"/>
                </a:cubicBezTo>
                <a:lnTo>
                  <a:pt x="5309" y="3860"/>
                </a:lnTo>
                <a:lnTo>
                  <a:pt x="4375" y="3860"/>
                </a:lnTo>
                <a:cubicBezTo>
                  <a:pt x="4321" y="3481"/>
                  <a:pt x="3996" y="3197"/>
                  <a:pt x="3602" y="3197"/>
                </a:cubicBezTo>
                <a:lnTo>
                  <a:pt x="3075" y="3197"/>
                </a:lnTo>
                <a:cubicBezTo>
                  <a:pt x="2681" y="3197"/>
                  <a:pt x="2356" y="3495"/>
                  <a:pt x="2302" y="3860"/>
                </a:cubicBezTo>
                <a:cubicBezTo>
                  <a:pt x="1016" y="3955"/>
                  <a:pt x="0" y="5025"/>
                  <a:pt x="0" y="6325"/>
                </a:cubicBezTo>
                <a:cubicBezTo>
                  <a:pt x="0" y="7693"/>
                  <a:pt x="1098" y="8790"/>
                  <a:pt x="2465" y="8790"/>
                </a:cubicBezTo>
                <a:lnTo>
                  <a:pt x="9088" y="8790"/>
                </a:lnTo>
                <a:cubicBezTo>
                  <a:pt x="10455" y="8790"/>
                  <a:pt x="11566" y="7693"/>
                  <a:pt x="11566" y="6325"/>
                </a:cubicBezTo>
                <a:cubicBezTo>
                  <a:pt x="11566" y="5025"/>
                  <a:pt x="10536" y="3955"/>
                  <a:pt x="9250" y="3860"/>
                </a:cubicBezTo>
                <a:cubicBezTo>
                  <a:pt x="9196" y="3495"/>
                  <a:pt x="8871" y="3197"/>
                  <a:pt x="8478" y="3197"/>
                </a:cubicBezTo>
                <a:lnTo>
                  <a:pt x="7950" y="3197"/>
                </a:lnTo>
                <a:cubicBezTo>
                  <a:pt x="7557" y="3197"/>
                  <a:pt x="7232" y="3481"/>
                  <a:pt x="7178" y="3860"/>
                </a:cubicBezTo>
                <a:lnTo>
                  <a:pt x="6203" y="3860"/>
                </a:lnTo>
                <a:lnTo>
                  <a:pt x="6203" y="1870"/>
                </a:lnTo>
                <a:lnTo>
                  <a:pt x="6894" y="1870"/>
                </a:lnTo>
                <a:cubicBezTo>
                  <a:pt x="7110" y="1870"/>
                  <a:pt x="7327" y="1774"/>
                  <a:pt x="7476" y="1612"/>
                </a:cubicBezTo>
                <a:cubicBezTo>
                  <a:pt x="7638" y="1449"/>
                  <a:pt x="7719" y="1233"/>
                  <a:pt x="7706" y="1016"/>
                </a:cubicBezTo>
                <a:lnTo>
                  <a:pt x="7692" y="434"/>
                </a:lnTo>
                <a:cubicBezTo>
                  <a:pt x="7680" y="185"/>
                  <a:pt x="7490" y="0"/>
                  <a:pt x="72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8" name="Google Shape;428;p39"/>
          <p:cNvGrpSpPr/>
          <p:nvPr/>
        </p:nvGrpSpPr>
        <p:grpSpPr>
          <a:xfrm>
            <a:off x="4395165" y="1926815"/>
            <a:ext cx="353621" cy="353621"/>
            <a:chOff x="2669290" y="3199016"/>
            <a:chExt cx="309380" cy="309380"/>
          </a:xfrm>
        </p:grpSpPr>
        <p:sp>
          <p:nvSpPr>
            <p:cNvPr id="429" name="Google Shape;429;p39"/>
            <p:cNvSpPr/>
            <p:nvPr/>
          </p:nvSpPr>
          <p:spPr>
            <a:xfrm>
              <a:off x="2764050" y="3310644"/>
              <a:ext cx="119899" cy="95235"/>
            </a:xfrm>
            <a:custGeom>
              <a:rect b="b" l="l" r="r" t="t"/>
              <a:pathLst>
                <a:path extrusionOk="0" h="2981" w="3753">
                  <a:moveTo>
                    <a:pt x="1883" y="1"/>
                  </a:moveTo>
                  <a:lnTo>
                    <a:pt x="0" y="2980"/>
                  </a:lnTo>
                  <a:lnTo>
                    <a:pt x="3752" y="2980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2669290" y="3199016"/>
              <a:ext cx="309380" cy="309380"/>
            </a:xfrm>
            <a:custGeom>
              <a:rect b="b" l="l" r="r" t="t"/>
              <a:pathLst>
                <a:path extrusionOk="0" h="9684" w="9684">
                  <a:moveTo>
                    <a:pt x="4849" y="1774"/>
                  </a:moveTo>
                  <a:cubicBezTo>
                    <a:pt x="5120" y="1774"/>
                    <a:pt x="5364" y="1924"/>
                    <a:pt x="5526" y="2167"/>
                  </a:cubicBezTo>
                  <a:lnTo>
                    <a:pt x="8289" y="6555"/>
                  </a:lnTo>
                  <a:cubicBezTo>
                    <a:pt x="8452" y="6812"/>
                    <a:pt x="8465" y="7110"/>
                    <a:pt x="8329" y="7354"/>
                  </a:cubicBezTo>
                  <a:cubicBezTo>
                    <a:pt x="8194" y="7612"/>
                    <a:pt x="7923" y="7760"/>
                    <a:pt x="7625" y="7760"/>
                  </a:cubicBezTo>
                  <a:lnTo>
                    <a:pt x="2059" y="7760"/>
                  </a:lnTo>
                  <a:cubicBezTo>
                    <a:pt x="1762" y="7760"/>
                    <a:pt x="1504" y="7612"/>
                    <a:pt x="1368" y="7354"/>
                  </a:cubicBezTo>
                  <a:cubicBezTo>
                    <a:pt x="1220" y="7110"/>
                    <a:pt x="1247" y="6812"/>
                    <a:pt x="1395" y="6555"/>
                  </a:cubicBezTo>
                  <a:lnTo>
                    <a:pt x="4158" y="2167"/>
                  </a:lnTo>
                  <a:cubicBezTo>
                    <a:pt x="4321" y="1924"/>
                    <a:pt x="4578" y="1774"/>
                    <a:pt x="4849" y="1774"/>
                  </a:cubicBezTo>
                  <a:close/>
                  <a:moveTo>
                    <a:pt x="2574" y="1"/>
                  </a:moveTo>
                  <a:cubicBezTo>
                    <a:pt x="1152" y="1"/>
                    <a:pt x="1" y="1151"/>
                    <a:pt x="1" y="2574"/>
                  </a:cubicBezTo>
                  <a:lnTo>
                    <a:pt x="1" y="7110"/>
                  </a:lnTo>
                  <a:cubicBezTo>
                    <a:pt x="1" y="8533"/>
                    <a:pt x="1152" y="9683"/>
                    <a:pt x="2574" y="9683"/>
                  </a:cubicBezTo>
                  <a:lnTo>
                    <a:pt x="7110" y="9683"/>
                  </a:lnTo>
                  <a:cubicBezTo>
                    <a:pt x="8533" y="9683"/>
                    <a:pt x="9684" y="8533"/>
                    <a:pt x="9684" y="7110"/>
                  </a:cubicBezTo>
                  <a:lnTo>
                    <a:pt x="9684" y="2574"/>
                  </a:lnTo>
                  <a:cubicBezTo>
                    <a:pt x="9684" y="1151"/>
                    <a:pt x="8533" y="1"/>
                    <a:pt x="7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1" name="Google Shape;431;p39"/>
          <p:cNvSpPr/>
          <p:nvPr/>
        </p:nvSpPr>
        <p:spPr>
          <a:xfrm>
            <a:off x="7105670" y="1897407"/>
            <a:ext cx="266560" cy="412437"/>
          </a:xfrm>
          <a:custGeom>
            <a:rect b="b" l="l" r="r" t="t"/>
            <a:pathLst>
              <a:path extrusionOk="0" h="11295" w="7300">
                <a:moveTo>
                  <a:pt x="3657" y="5146"/>
                </a:moveTo>
                <a:cubicBezTo>
                  <a:pt x="3833" y="5146"/>
                  <a:pt x="3982" y="5296"/>
                  <a:pt x="3982" y="5471"/>
                </a:cubicBezTo>
                <a:lnTo>
                  <a:pt x="3982" y="5756"/>
                </a:lnTo>
                <a:lnTo>
                  <a:pt x="4266" y="5756"/>
                </a:lnTo>
                <a:cubicBezTo>
                  <a:pt x="4443" y="5756"/>
                  <a:pt x="4591" y="5905"/>
                  <a:pt x="4591" y="6094"/>
                </a:cubicBezTo>
                <a:cubicBezTo>
                  <a:pt x="4591" y="6271"/>
                  <a:pt x="4443" y="6419"/>
                  <a:pt x="4266" y="6419"/>
                </a:cubicBezTo>
                <a:lnTo>
                  <a:pt x="3982" y="6419"/>
                </a:lnTo>
                <a:lnTo>
                  <a:pt x="3982" y="6704"/>
                </a:lnTo>
                <a:cubicBezTo>
                  <a:pt x="3982" y="6880"/>
                  <a:pt x="3833" y="7029"/>
                  <a:pt x="3657" y="7029"/>
                </a:cubicBezTo>
                <a:cubicBezTo>
                  <a:pt x="3468" y="7029"/>
                  <a:pt x="3318" y="6880"/>
                  <a:pt x="3318" y="6704"/>
                </a:cubicBezTo>
                <a:lnTo>
                  <a:pt x="3318" y="6419"/>
                </a:lnTo>
                <a:lnTo>
                  <a:pt x="3034" y="6419"/>
                </a:lnTo>
                <a:cubicBezTo>
                  <a:pt x="2858" y="6419"/>
                  <a:pt x="2709" y="6271"/>
                  <a:pt x="2709" y="6094"/>
                </a:cubicBezTo>
                <a:cubicBezTo>
                  <a:pt x="2709" y="5905"/>
                  <a:pt x="2858" y="5756"/>
                  <a:pt x="3034" y="5756"/>
                </a:cubicBezTo>
                <a:lnTo>
                  <a:pt x="3318" y="5756"/>
                </a:lnTo>
                <a:lnTo>
                  <a:pt x="3318" y="5471"/>
                </a:lnTo>
                <a:cubicBezTo>
                  <a:pt x="3318" y="5296"/>
                  <a:pt x="3468" y="5146"/>
                  <a:pt x="3657" y="5146"/>
                </a:cubicBezTo>
                <a:close/>
                <a:moveTo>
                  <a:pt x="3657" y="7584"/>
                </a:moveTo>
                <a:cubicBezTo>
                  <a:pt x="3995" y="7584"/>
                  <a:pt x="4280" y="7869"/>
                  <a:pt x="4280" y="8221"/>
                </a:cubicBezTo>
                <a:cubicBezTo>
                  <a:pt x="4280" y="8559"/>
                  <a:pt x="3995" y="8844"/>
                  <a:pt x="3657" y="8844"/>
                </a:cubicBezTo>
                <a:cubicBezTo>
                  <a:pt x="3305" y="8844"/>
                  <a:pt x="3020" y="8559"/>
                  <a:pt x="3020" y="8221"/>
                </a:cubicBezTo>
                <a:cubicBezTo>
                  <a:pt x="3020" y="7869"/>
                  <a:pt x="3305" y="7584"/>
                  <a:pt x="3657" y="7584"/>
                </a:cubicBezTo>
                <a:close/>
                <a:moveTo>
                  <a:pt x="3643" y="0"/>
                </a:moveTo>
                <a:cubicBezTo>
                  <a:pt x="2560" y="0"/>
                  <a:pt x="1666" y="894"/>
                  <a:pt x="1666" y="1977"/>
                </a:cubicBezTo>
                <a:cubicBezTo>
                  <a:pt x="1666" y="2763"/>
                  <a:pt x="2126" y="3440"/>
                  <a:pt x="2776" y="3765"/>
                </a:cubicBezTo>
                <a:lnTo>
                  <a:pt x="2776" y="4402"/>
                </a:lnTo>
                <a:cubicBezTo>
                  <a:pt x="2289" y="4686"/>
                  <a:pt x="1964" y="5228"/>
                  <a:pt x="1964" y="5838"/>
                </a:cubicBezTo>
                <a:lnTo>
                  <a:pt x="1964" y="9657"/>
                </a:lnTo>
                <a:lnTo>
                  <a:pt x="826" y="9657"/>
                </a:lnTo>
                <a:cubicBezTo>
                  <a:pt x="366" y="9657"/>
                  <a:pt x="1" y="10022"/>
                  <a:pt x="1" y="10469"/>
                </a:cubicBezTo>
                <a:cubicBezTo>
                  <a:pt x="1" y="10930"/>
                  <a:pt x="366" y="11295"/>
                  <a:pt x="826" y="11295"/>
                </a:cubicBezTo>
                <a:lnTo>
                  <a:pt x="6474" y="11295"/>
                </a:lnTo>
                <a:cubicBezTo>
                  <a:pt x="6935" y="11295"/>
                  <a:pt x="7300" y="10930"/>
                  <a:pt x="7300" y="10469"/>
                </a:cubicBezTo>
                <a:cubicBezTo>
                  <a:pt x="7300" y="10022"/>
                  <a:pt x="6935" y="9657"/>
                  <a:pt x="6474" y="9657"/>
                </a:cubicBezTo>
                <a:lnTo>
                  <a:pt x="5337" y="9657"/>
                </a:lnTo>
                <a:lnTo>
                  <a:pt x="5337" y="5838"/>
                </a:lnTo>
                <a:cubicBezTo>
                  <a:pt x="5337" y="5242"/>
                  <a:pt x="5025" y="4713"/>
                  <a:pt x="4551" y="4415"/>
                </a:cubicBezTo>
                <a:lnTo>
                  <a:pt x="4551" y="3738"/>
                </a:lnTo>
                <a:cubicBezTo>
                  <a:pt x="5187" y="3413"/>
                  <a:pt x="5635" y="2750"/>
                  <a:pt x="5635" y="1977"/>
                </a:cubicBezTo>
                <a:cubicBezTo>
                  <a:pt x="5635" y="894"/>
                  <a:pt x="4741" y="0"/>
                  <a:pt x="36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39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433" name="Google Shape;433;p39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METHODOLOGY: FOUR PILLARS</a:t>
            </a:r>
            <a:endParaRPr/>
          </a:p>
        </p:txBody>
      </p:sp>
      <p:sp>
        <p:nvSpPr>
          <p:cNvPr id="440" name="Google Shape;440;p40"/>
          <p:cNvSpPr txBox="1"/>
          <p:nvPr>
            <p:ph idx="1" type="subTitle"/>
          </p:nvPr>
        </p:nvSpPr>
        <p:spPr>
          <a:xfrm>
            <a:off x="720025" y="37836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Texel Tuning: 803 params via L-BFGS-B on 50K+ Stockfish-evaluated positions, L2 regularization</a:t>
            </a:r>
            <a:endParaRPr/>
          </a:p>
        </p:txBody>
      </p:sp>
      <p:sp>
        <p:nvSpPr>
          <p:cNvPr id="441" name="Google Shape;441;p40"/>
          <p:cNvSpPr txBox="1"/>
          <p:nvPr>
            <p:ph idx="2" type="subTitle"/>
          </p:nvPr>
        </p:nvSpPr>
        <p:spPr>
          <a:xfrm>
            <a:off x="719988" y="325767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TUNING</a:t>
            </a:r>
            <a:endParaRPr/>
          </a:p>
        </p:txBody>
      </p:sp>
      <p:sp>
        <p:nvSpPr>
          <p:cNvPr id="442" name="Google Shape;442;p40"/>
          <p:cNvSpPr txBox="1"/>
          <p:nvPr>
            <p:ph idx="3" type="subTitle"/>
          </p:nvPr>
        </p:nvSpPr>
        <p:spPr>
          <a:xfrm>
            <a:off x="6054000" y="37836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Polyglot opening book, Syzygy tablebases (≤5 pieces), 1M-entry transposition table</a:t>
            </a:r>
            <a:endParaRPr/>
          </a:p>
        </p:txBody>
      </p:sp>
      <p:sp>
        <p:nvSpPr>
          <p:cNvPr id="443" name="Google Shape;443;p40"/>
          <p:cNvSpPr txBox="1"/>
          <p:nvPr>
            <p:ph idx="4" type="subTitle"/>
          </p:nvPr>
        </p:nvSpPr>
        <p:spPr>
          <a:xfrm>
            <a:off x="6053963" y="325767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KNOWLEDGE</a:t>
            </a:r>
            <a:endParaRPr/>
          </a:p>
        </p:txBody>
      </p:sp>
      <p:sp>
        <p:nvSpPr>
          <p:cNvPr id="444" name="Google Shape;444;p40"/>
          <p:cNvSpPr txBox="1"/>
          <p:nvPr>
            <p:ph idx="5" type="subTitle"/>
          </p:nvPr>
        </p:nvSpPr>
        <p:spPr>
          <a:xfrm>
            <a:off x="720025" y="23534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Negamax + α-β pruning, iterative deepening, aspiration windows, NMP, LMR, PVS, quiescence</a:t>
            </a:r>
            <a:endParaRPr/>
          </a:p>
        </p:txBody>
      </p:sp>
      <p:sp>
        <p:nvSpPr>
          <p:cNvPr id="445" name="Google Shape;445;p40"/>
          <p:cNvSpPr txBox="1"/>
          <p:nvPr>
            <p:ph idx="6" type="subTitle"/>
          </p:nvPr>
        </p:nvSpPr>
        <p:spPr>
          <a:xfrm>
            <a:off x="719988" y="18275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SEARCH</a:t>
            </a:r>
            <a:endParaRPr/>
          </a:p>
        </p:txBody>
      </p:sp>
      <p:sp>
        <p:nvSpPr>
          <p:cNvPr id="446" name="Google Shape;446;p40"/>
          <p:cNvSpPr txBox="1"/>
          <p:nvPr>
            <p:ph idx="7" type="subTitle"/>
          </p:nvPr>
        </p:nvSpPr>
        <p:spPr>
          <a:xfrm>
            <a:off x="6054000" y="23534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Material + PST (tapered MG/EG), pawn structure, bishop pair, rook files, king safety, endgame</a:t>
            </a:r>
            <a:endParaRPr/>
          </a:p>
        </p:txBody>
      </p:sp>
      <p:sp>
        <p:nvSpPr>
          <p:cNvPr id="447" name="Google Shape;447;p40"/>
          <p:cNvSpPr txBox="1"/>
          <p:nvPr>
            <p:ph idx="8" type="subTitle"/>
          </p:nvPr>
        </p:nvSpPr>
        <p:spPr>
          <a:xfrm>
            <a:off x="6053963" y="18275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EVALUATION</a:t>
            </a:r>
            <a:endParaRPr/>
          </a:p>
        </p:txBody>
      </p:sp>
      <p:sp>
        <p:nvSpPr>
          <p:cNvPr id="448" name="Google Shape;448;p40"/>
          <p:cNvSpPr/>
          <p:nvPr/>
        </p:nvSpPr>
        <p:spPr>
          <a:xfrm>
            <a:off x="3240575" y="1827500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0"/>
          <p:cNvSpPr/>
          <p:nvPr/>
        </p:nvSpPr>
        <p:spPr>
          <a:xfrm>
            <a:off x="3240575" y="329412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0"/>
          <p:cNvSpPr/>
          <p:nvPr/>
        </p:nvSpPr>
        <p:spPr>
          <a:xfrm>
            <a:off x="4929325" y="1827500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0"/>
          <p:cNvSpPr/>
          <p:nvPr/>
        </p:nvSpPr>
        <p:spPr>
          <a:xfrm>
            <a:off x="4929325" y="329412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" name="Google Shape;452;p40"/>
          <p:cNvGrpSpPr/>
          <p:nvPr/>
        </p:nvGrpSpPr>
        <p:grpSpPr>
          <a:xfrm>
            <a:off x="5236002" y="2134192"/>
            <a:ext cx="360737" cy="360699"/>
            <a:chOff x="3168172" y="1586023"/>
            <a:chExt cx="309380" cy="309348"/>
          </a:xfrm>
        </p:grpSpPr>
        <p:sp>
          <p:nvSpPr>
            <p:cNvPr id="453" name="Google Shape;453;p40"/>
            <p:cNvSpPr/>
            <p:nvPr/>
          </p:nvSpPr>
          <p:spPr>
            <a:xfrm>
              <a:off x="3247788" y="1665639"/>
              <a:ext cx="150153" cy="150121"/>
            </a:xfrm>
            <a:custGeom>
              <a:rect b="b" l="l" r="r" t="t"/>
              <a:pathLst>
                <a:path extrusionOk="0" h="4699" w="4700">
                  <a:moveTo>
                    <a:pt x="2344" y="0"/>
                  </a:moveTo>
                  <a:cubicBezTo>
                    <a:pt x="1056" y="0"/>
                    <a:pt x="0" y="1056"/>
                    <a:pt x="0" y="2342"/>
                  </a:cubicBezTo>
                  <a:cubicBezTo>
                    <a:pt x="0" y="3642"/>
                    <a:pt x="1056" y="4699"/>
                    <a:pt x="2344" y="4699"/>
                  </a:cubicBezTo>
                  <a:cubicBezTo>
                    <a:pt x="3644" y="4699"/>
                    <a:pt x="4700" y="3642"/>
                    <a:pt x="4700" y="2342"/>
                  </a:cubicBezTo>
                  <a:cubicBezTo>
                    <a:pt x="4700" y="1056"/>
                    <a:pt x="3644" y="0"/>
                    <a:pt x="2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3168172" y="1586023"/>
              <a:ext cx="309380" cy="309348"/>
            </a:xfrm>
            <a:custGeom>
              <a:rect b="b" l="l" r="r" t="t"/>
              <a:pathLst>
                <a:path extrusionOk="0" h="9683" w="9684">
                  <a:moveTo>
                    <a:pt x="4836" y="1205"/>
                  </a:moveTo>
                  <a:cubicBezTo>
                    <a:pt x="6840" y="1205"/>
                    <a:pt x="8465" y="2830"/>
                    <a:pt x="8465" y="4834"/>
                  </a:cubicBezTo>
                  <a:cubicBezTo>
                    <a:pt x="8465" y="6839"/>
                    <a:pt x="6840" y="8478"/>
                    <a:pt x="4836" y="8478"/>
                  </a:cubicBezTo>
                  <a:cubicBezTo>
                    <a:pt x="2831" y="8478"/>
                    <a:pt x="1206" y="6839"/>
                    <a:pt x="1206" y="4834"/>
                  </a:cubicBezTo>
                  <a:cubicBezTo>
                    <a:pt x="1206" y="2830"/>
                    <a:pt x="2831" y="1205"/>
                    <a:pt x="4836" y="1205"/>
                  </a:cubicBezTo>
                  <a:close/>
                  <a:moveTo>
                    <a:pt x="2573" y="0"/>
                  </a:moveTo>
                  <a:cubicBezTo>
                    <a:pt x="1152" y="0"/>
                    <a:pt x="0" y="1151"/>
                    <a:pt x="0" y="2573"/>
                  </a:cubicBezTo>
                  <a:lnTo>
                    <a:pt x="0" y="7110"/>
                  </a:lnTo>
                  <a:cubicBezTo>
                    <a:pt x="0" y="8532"/>
                    <a:pt x="1152" y="9683"/>
                    <a:pt x="2573" y="9683"/>
                  </a:cubicBezTo>
                  <a:lnTo>
                    <a:pt x="7111" y="9683"/>
                  </a:lnTo>
                  <a:cubicBezTo>
                    <a:pt x="8519" y="9683"/>
                    <a:pt x="9684" y="8532"/>
                    <a:pt x="9684" y="7110"/>
                  </a:cubicBezTo>
                  <a:lnTo>
                    <a:pt x="9684" y="2573"/>
                  </a:lnTo>
                  <a:cubicBezTo>
                    <a:pt x="9684" y="1151"/>
                    <a:pt x="8519" y="0"/>
                    <a:pt x="7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40"/>
          <p:cNvGrpSpPr/>
          <p:nvPr/>
        </p:nvGrpSpPr>
        <p:grpSpPr>
          <a:xfrm>
            <a:off x="5241294" y="3606099"/>
            <a:ext cx="350157" cy="350157"/>
            <a:chOff x="3172485" y="2128128"/>
            <a:chExt cx="300306" cy="300306"/>
          </a:xfrm>
        </p:grpSpPr>
        <p:sp>
          <p:nvSpPr>
            <p:cNvPr id="456" name="Google Shape;456;p40"/>
            <p:cNvSpPr/>
            <p:nvPr/>
          </p:nvSpPr>
          <p:spPr>
            <a:xfrm>
              <a:off x="3380185" y="2327615"/>
              <a:ext cx="32" cy="447"/>
            </a:xfrm>
            <a:custGeom>
              <a:rect b="b" l="l" r="r" t="t"/>
              <a:pathLst>
                <a:path extrusionOk="0" h="14" w="1">
                  <a:moveTo>
                    <a:pt x="0" y="0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3264657" y="2229373"/>
              <a:ext cx="1310" cy="32"/>
            </a:xfrm>
            <a:custGeom>
              <a:rect b="b" l="l" r="r" t="t"/>
              <a:pathLst>
                <a:path extrusionOk="0" h="1" w="41">
                  <a:moveTo>
                    <a:pt x="41" y="1"/>
                  </a:moveTo>
                  <a:lnTo>
                    <a:pt x="2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3172485" y="2128128"/>
              <a:ext cx="300306" cy="300306"/>
            </a:xfrm>
            <a:custGeom>
              <a:rect b="b" l="l" r="r" t="t"/>
              <a:pathLst>
                <a:path extrusionOk="0" h="9400" w="9400">
                  <a:moveTo>
                    <a:pt x="7205" y="1545"/>
                  </a:moveTo>
                  <a:cubicBezTo>
                    <a:pt x="7612" y="1545"/>
                    <a:pt x="7951" y="1870"/>
                    <a:pt x="7964" y="2276"/>
                  </a:cubicBezTo>
                  <a:cubicBezTo>
                    <a:pt x="7978" y="2507"/>
                    <a:pt x="7910" y="2682"/>
                    <a:pt x="7801" y="2845"/>
                  </a:cubicBezTo>
                  <a:cubicBezTo>
                    <a:pt x="7599" y="3157"/>
                    <a:pt x="6691" y="3915"/>
                    <a:pt x="6501" y="3915"/>
                  </a:cubicBezTo>
                  <a:cubicBezTo>
                    <a:pt x="6312" y="3915"/>
                    <a:pt x="5405" y="3157"/>
                    <a:pt x="5201" y="2845"/>
                  </a:cubicBezTo>
                  <a:cubicBezTo>
                    <a:pt x="5093" y="2682"/>
                    <a:pt x="5026" y="2507"/>
                    <a:pt x="5026" y="2276"/>
                  </a:cubicBezTo>
                  <a:cubicBezTo>
                    <a:pt x="5053" y="1870"/>
                    <a:pt x="5378" y="1545"/>
                    <a:pt x="5784" y="1545"/>
                  </a:cubicBezTo>
                  <a:cubicBezTo>
                    <a:pt x="6203" y="1545"/>
                    <a:pt x="6447" y="1978"/>
                    <a:pt x="6501" y="1978"/>
                  </a:cubicBezTo>
                  <a:cubicBezTo>
                    <a:pt x="6555" y="1978"/>
                    <a:pt x="6813" y="1545"/>
                    <a:pt x="7205" y="1545"/>
                  </a:cubicBezTo>
                  <a:close/>
                  <a:moveTo>
                    <a:pt x="2899" y="1247"/>
                  </a:moveTo>
                  <a:cubicBezTo>
                    <a:pt x="3102" y="1247"/>
                    <a:pt x="3996" y="2005"/>
                    <a:pt x="4213" y="2317"/>
                  </a:cubicBezTo>
                  <a:cubicBezTo>
                    <a:pt x="4307" y="2465"/>
                    <a:pt x="4389" y="2642"/>
                    <a:pt x="4376" y="2872"/>
                  </a:cubicBezTo>
                  <a:cubicBezTo>
                    <a:pt x="4348" y="3278"/>
                    <a:pt x="4023" y="3617"/>
                    <a:pt x="3617" y="3617"/>
                  </a:cubicBezTo>
                  <a:cubicBezTo>
                    <a:pt x="3428" y="3617"/>
                    <a:pt x="3278" y="3522"/>
                    <a:pt x="3157" y="3413"/>
                  </a:cubicBezTo>
                  <a:lnTo>
                    <a:pt x="3157" y="3509"/>
                  </a:lnTo>
                  <a:lnTo>
                    <a:pt x="3346" y="3996"/>
                  </a:lnTo>
                  <a:cubicBezTo>
                    <a:pt x="3359" y="4051"/>
                    <a:pt x="3359" y="4105"/>
                    <a:pt x="3332" y="4145"/>
                  </a:cubicBezTo>
                  <a:cubicBezTo>
                    <a:pt x="3305" y="4186"/>
                    <a:pt x="3251" y="4213"/>
                    <a:pt x="3211" y="4213"/>
                  </a:cubicBezTo>
                  <a:lnTo>
                    <a:pt x="2601" y="4213"/>
                  </a:lnTo>
                  <a:cubicBezTo>
                    <a:pt x="2561" y="4213"/>
                    <a:pt x="2507" y="4186"/>
                    <a:pt x="2480" y="4145"/>
                  </a:cubicBezTo>
                  <a:cubicBezTo>
                    <a:pt x="2452" y="4105"/>
                    <a:pt x="2452" y="4051"/>
                    <a:pt x="2465" y="3996"/>
                  </a:cubicBezTo>
                  <a:lnTo>
                    <a:pt x="2655" y="3509"/>
                  </a:lnTo>
                  <a:lnTo>
                    <a:pt x="2655" y="3413"/>
                  </a:lnTo>
                  <a:cubicBezTo>
                    <a:pt x="2534" y="3509"/>
                    <a:pt x="2384" y="3617"/>
                    <a:pt x="2195" y="3617"/>
                  </a:cubicBezTo>
                  <a:cubicBezTo>
                    <a:pt x="1788" y="3617"/>
                    <a:pt x="1463" y="3278"/>
                    <a:pt x="1436" y="2872"/>
                  </a:cubicBezTo>
                  <a:cubicBezTo>
                    <a:pt x="1423" y="2642"/>
                    <a:pt x="1504" y="2480"/>
                    <a:pt x="1599" y="2317"/>
                  </a:cubicBezTo>
                  <a:cubicBezTo>
                    <a:pt x="1815" y="1992"/>
                    <a:pt x="2709" y="1247"/>
                    <a:pt x="2899" y="1247"/>
                  </a:cubicBezTo>
                  <a:close/>
                  <a:moveTo>
                    <a:pt x="2913" y="4957"/>
                  </a:moveTo>
                  <a:cubicBezTo>
                    <a:pt x="2926" y="4957"/>
                    <a:pt x="2953" y="4971"/>
                    <a:pt x="2967" y="4984"/>
                  </a:cubicBezTo>
                  <a:lnTo>
                    <a:pt x="4226" y="6393"/>
                  </a:lnTo>
                  <a:cubicBezTo>
                    <a:pt x="4253" y="6434"/>
                    <a:pt x="4253" y="6474"/>
                    <a:pt x="4226" y="6515"/>
                  </a:cubicBezTo>
                  <a:lnTo>
                    <a:pt x="2967" y="7937"/>
                  </a:lnTo>
                  <a:cubicBezTo>
                    <a:pt x="2953" y="7951"/>
                    <a:pt x="2926" y="7964"/>
                    <a:pt x="2913" y="7964"/>
                  </a:cubicBezTo>
                  <a:cubicBezTo>
                    <a:pt x="2886" y="7964"/>
                    <a:pt x="2859" y="7951"/>
                    <a:pt x="2845" y="7937"/>
                  </a:cubicBezTo>
                  <a:lnTo>
                    <a:pt x="1586" y="6515"/>
                  </a:lnTo>
                  <a:cubicBezTo>
                    <a:pt x="1559" y="6474"/>
                    <a:pt x="1559" y="6434"/>
                    <a:pt x="1586" y="6393"/>
                  </a:cubicBezTo>
                  <a:lnTo>
                    <a:pt x="2845" y="4984"/>
                  </a:lnTo>
                  <a:cubicBezTo>
                    <a:pt x="2859" y="4971"/>
                    <a:pt x="2886" y="4957"/>
                    <a:pt x="2913" y="4957"/>
                  </a:cubicBezTo>
                  <a:close/>
                  <a:moveTo>
                    <a:pt x="6501" y="4768"/>
                  </a:moveTo>
                  <a:cubicBezTo>
                    <a:pt x="6907" y="4768"/>
                    <a:pt x="7247" y="5093"/>
                    <a:pt x="7247" y="5513"/>
                  </a:cubicBezTo>
                  <a:cubicBezTo>
                    <a:pt x="7247" y="5662"/>
                    <a:pt x="7192" y="5811"/>
                    <a:pt x="7111" y="5932"/>
                  </a:cubicBezTo>
                  <a:cubicBezTo>
                    <a:pt x="7517" y="5932"/>
                    <a:pt x="7855" y="6257"/>
                    <a:pt x="7855" y="6664"/>
                  </a:cubicBezTo>
                  <a:cubicBezTo>
                    <a:pt x="7855" y="7084"/>
                    <a:pt x="7517" y="7409"/>
                    <a:pt x="7111" y="7409"/>
                  </a:cubicBezTo>
                  <a:cubicBezTo>
                    <a:pt x="7016" y="7409"/>
                    <a:pt x="6935" y="7395"/>
                    <a:pt x="6853" y="7368"/>
                  </a:cubicBezTo>
                  <a:cubicBezTo>
                    <a:pt x="6842" y="7363"/>
                    <a:pt x="6831" y="7360"/>
                    <a:pt x="6820" y="7360"/>
                  </a:cubicBezTo>
                  <a:cubicBezTo>
                    <a:pt x="6804" y="7360"/>
                    <a:pt x="6788" y="7366"/>
                    <a:pt x="6772" y="7382"/>
                  </a:cubicBezTo>
                  <a:cubicBezTo>
                    <a:pt x="6745" y="7395"/>
                    <a:pt x="6745" y="7436"/>
                    <a:pt x="6759" y="7463"/>
                  </a:cubicBezTo>
                  <a:lnTo>
                    <a:pt x="6935" y="7951"/>
                  </a:lnTo>
                  <a:cubicBezTo>
                    <a:pt x="6962" y="8005"/>
                    <a:pt x="6949" y="8045"/>
                    <a:pt x="6922" y="8086"/>
                  </a:cubicBezTo>
                  <a:cubicBezTo>
                    <a:pt x="6894" y="8126"/>
                    <a:pt x="6853" y="8153"/>
                    <a:pt x="6799" y="8153"/>
                  </a:cubicBezTo>
                  <a:lnTo>
                    <a:pt x="6203" y="8153"/>
                  </a:lnTo>
                  <a:cubicBezTo>
                    <a:pt x="6149" y="8153"/>
                    <a:pt x="6109" y="8126"/>
                    <a:pt x="6082" y="8086"/>
                  </a:cubicBezTo>
                  <a:cubicBezTo>
                    <a:pt x="6041" y="8045"/>
                    <a:pt x="6041" y="8005"/>
                    <a:pt x="6055" y="7951"/>
                  </a:cubicBezTo>
                  <a:lnTo>
                    <a:pt x="6244" y="7463"/>
                  </a:lnTo>
                  <a:cubicBezTo>
                    <a:pt x="6257" y="7436"/>
                    <a:pt x="6244" y="7395"/>
                    <a:pt x="6230" y="7382"/>
                  </a:cubicBezTo>
                  <a:cubicBezTo>
                    <a:pt x="6214" y="7366"/>
                    <a:pt x="6198" y="7360"/>
                    <a:pt x="6182" y="7360"/>
                  </a:cubicBezTo>
                  <a:cubicBezTo>
                    <a:pt x="6171" y="7360"/>
                    <a:pt x="6160" y="7363"/>
                    <a:pt x="6149" y="7368"/>
                  </a:cubicBezTo>
                  <a:cubicBezTo>
                    <a:pt x="6068" y="7395"/>
                    <a:pt x="5974" y="7409"/>
                    <a:pt x="5892" y="7409"/>
                  </a:cubicBezTo>
                  <a:cubicBezTo>
                    <a:pt x="5472" y="7409"/>
                    <a:pt x="5147" y="7084"/>
                    <a:pt x="5147" y="6664"/>
                  </a:cubicBezTo>
                  <a:cubicBezTo>
                    <a:pt x="5147" y="6257"/>
                    <a:pt x="5472" y="5932"/>
                    <a:pt x="5892" y="5932"/>
                  </a:cubicBezTo>
                  <a:cubicBezTo>
                    <a:pt x="5811" y="5811"/>
                    <a:pt x="5757" y="5662"/>
                    <a:pt x="5757" y="5513"/>
                  </a:cubicBezTo>
                  <a:cubicBezTo>
                    <a:pt x="5757" y="5093"/>
                    <a:pt x="6095" y="4768"/>
                    <a:pt x="6501" y="4768"/>
                  </a:cubicBezTo>
                  <a:close/>
                  <a:moveTo>
                    <a:pt x="367" y="1"/>
                  </a:moveTo>
                  <a:cubicBezTo>
                    <a:pt x="163" y="1"/>
                    <a:pt x="1" y="163"/>
                    <a:pt x="1" y="353"/>
                  </a:cubicBezTo>
                  <a:lnTo>
                    <a:pt x="1" y="9047"/>
                  </a:lnTo>
                  <a:cubicBezTo>
                    <a:pt x="1" y="9237"/>
                    <a:pt x="163" y="9399"/>
                    <a:pt x="367" y="9399"/>
                  </a:cubicBezTo>
                  <a:lnTo>
                    <a:pt x="9047" y="9399"/>
                  </a:lnTo>
                  <a:cubicBezTo>
                    <a:pt x="9237" y="9399"/>
                    <a:pt x="9399" y="9237"/>
                    <a:pt x="9399" y="9047"/>
                  </a:cubicBezTo>
                  <a:lnTo>
                    <a:pt x="9399" y="353"/>
                  </a:lnTo>
                  <a:cubicBezTo>
                    <a:pt x="9399" y="163"/>
                    <a:pt x="9237" y="1"/>
                    <a:pt x="90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9" name="Google Shape;459;p40"/>
          <p:cNvSpPr/>
          <p:nvPr/>
        </p:nvSpPr>
        <p:spPr>
          <a:xfrm>
            <a:off x="3612081" y="2105929"/>
            <a:ext cx="231099" cy="417237"/>
          </a:xfrm>
          <a:custGeom>
            <a:rect b="b" l="l" r="r" t="t"/>
            <a:pathLst>
              <a:path extrusionOk="0" h="11201" w="6204">
                <a:moveTo>
                  <a:pt x="3590" y="0"/>
                </a:moveTo>
                <a:cubicBezTo>
                  <a:pt x="3428" y="0"/>
                  <a:pt x="3292" y="95"/>
                  <a:pt x="3224" y="244"/>
                </a:cubicBezTo>
                <a:cubicBezTo>
                  <a:pt x="3170" y="393"/>
                  <a:pt x="3197" y="556"/>
                  <a:pt x="3305" y="664"/>
                </a:cubicBezTo>
                <a:cubicBezTo>
                  <a:pt x="3657" y="1016"/>
                  <a:pt x="3657" y="1571"/>
                  <a:pt x="3305" y="1923"/>
                </a:cubicBezTo>
                <a:cubicBezTo>
                  <a:pt x="3278" y="1950"/>
                  <a:pt x="3143" y="2031"/>
                  <a:pt x="2574" y="2167"/>
                </a:cubicBezTo>
                <a:lnTo>
                  <a:pt x="2574" y="1192"/>
                </a:lnTo>
                <a:cubicBezTo>
                  <a:pt x="2574" y="772"/>
                  <a:pt x="2236" y="433"/>
                  <a:pt x="1802" y="433"/>
                </a:cubicBezTo>
                <a:cubicBezTo>
                  <a:pt x="1382" y="433"/>
                  <a:pt x="1044" y="772"/>
                  <a:pt x="1044" y="1192"/>
                </a:cubicBezTo>
                <a:lnTo>
                  <a:pt x="1044" y="2465"/>
                </a:lnTo>
                <a:cubicBezTo>
                  <a:pt x="584" y="2546"/>
                  <a:pt x="340" y="2587"/>
                  <a:pt x="259" y="2627"/>
                </a:cubicBezTo>
                <a:cubicBezTo>
                  <a:pt x="96" y="2696"/>
                  <a:pt x="1" y="2831"/>
                  <a:pt x="1" y="2994"/>
                </a:cubicBezTo>
                <a:cubicBezTo>
                  <a:pt x="1" y="3156"/>
                  <a:pt x="96" y="3291"/>
                  <a:pt x="259" y="3359"/>
                </a:cubicBezTo>
                <a:cubicBezTo>
                  <a:pt x="340" y="3400"/>
                  <a:pt x="584" y="3440"/>
                  <a:pt x="1044" y="3521"/>
                </a:cubicBezTo>
                <a:lnTo>
                  <a:pt x="1044" y="10442"/>
                </a:lnTo>
                <a:cubicBezTo>
                  <a:pt x="1044" y="10861"/>
                  <a:pt x="1382" y="11200"/>
                  <a:pt x="1802" y="11200"/>
                </a:cubicBezTo>
                <a:cubicBezTo>
                  <a:pt x="2236" y="11200"/>
                  <a:pt x="2574" y="10861"/>
                  <a:pt x="2574" y="10442"/>
                </a:cubicBezTo>
                <a:lnTo>
                  <a:pt x="2574" y="3819"/>
                </a:lnTo>
                <a:cubicBezTo>
                  <a:pt x="3170" y="3955"/>
                  <a:pt x="3292" y="4036"/>
                  <a:pt x="3305" y="4050"/>
                </a:cubicBezTo>
                <a:cubicBezTo>
                  <a:pt x="3657" y="4402"/>
                  <a:pt x="3657" y="4971"/>
                  <a:pt x="3305" y="5323"/>
                </a:cubicBezTo>
                <a:cubicBezTo>
                  <a:pt x="3197" y="5431"/>
                  <a:pt x="3170" y="5594"/>
                  <a:pt x="3224" y="5742"/>
                </a:cubicBezTo>
                <a:cubicBezTo>
                  <a:pt x="3292" y="5892"/>
                  <a:pt x="3428" y="5986"/>
                  <a:pt x="3590" y="5986"/>
                </a:cubicBezTo>
                <a:cubicBezTo>
                  <a:pt x="4226" y="5986"/>
                  <a:pt x="4836" y="5729"/>
                  <a:pt x="5309" y="5242"/>
                </a:cubicBezTo>
                <a:cubicBezTo>
                  <a:pt x="5878" y="4673"/>
                  <a:pt x="6203" y="3860"/>
                  <a:pt x="6203" y="2994"/>
                </a:cubicBezTo>
                <a:cubicBezTo>
                  <a:pt x="6203" y="2208"/>
                  <a:pt x="5947" y="1463"/>
                  <a:pt x="5459" y="894"/>
                </a:cubicBezTo>
                <a:cubicBezTo>
                  <a:pt x="4971" y="325"/>
                  <a:pt x="4294" y="0"/>
                  <a:pt x="359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0"/>
          <p:cNvSpPr/>
          <p:nvPr/>
        </p:nvSpPr>
        <p:spPr>
          <a:xfrm>
            <a:off x="3499838" y="3577080"/>
            <a:ext cx="455568" cy="408186"/>
          </a:xfrm>
          <a:custGeom>
            <a:rect b="b" l="l" r="r" t="t"/>
            <a:pathLst>
              <a:path extrusionOk="0" h="10958" w="12230">
                <a:moveTo>
                  <a:pt x="2804" y="1"/>
                </a:moveTo>
                <a:cubicBezTo>
                  <a:pt x="2573" y="1"/>
                  <a:pt x="2344" y="96"/>
                  <a:pt x="2181" y="258"/>
                </a:cubicBezTo>
                <a:cubicBezTo>
                  <a:pt x="2073" y="367"/>
                  <a:pt x="2059" y="705"/>
                  <a:pt x="2127" y="990"/>
                </a:cubicBezTo>
                <a:lnTo>
                  <a:pt x="2005" y="1125"/>
                </a:lnTo>
                <a:lnTo>
                  <a:pt x="1680" y="800"/>
                </a:lnTo>
                <a:cubicBezTo>
                  <a:pt x="1612" y="732"/>
                  <a:pt x="1531" y="705"/>
                  <a:pt x="1436" y="705"/>
                </a:cubicBezTo>
                <a:cubicBezTo>
                  <a:pt x="1354" y="705"/>
                  <a:pt x="1273" y="732"/>
                  <a:pt x="1206" y="800"/>
                </a:cubicBezTo>
                <a:lnTo>
                  <a:pt x="881" y="1125"/>
                </a:lnTo>
                <a:cubicBezTo>
                  <a:pt x="759" y="1246"/>
                  <a:pt x="759" y="1463"/>
                  <a:pt x="881" y="1586"/>
                </a:cubicBezTo>
                <a:lnTo>
                  <a:pt x="1206" y="1911"/>
                </a:lnTo>
                <a:lnTo>
                  <a:pt x="1071" y="2046"/>
                </a:lnTo>
                <a:cubicBezTo>
                  <a:pt x="935" y="2019"/>
                  <a:pt x="800" y="2005"/>
                  <a:pt x="691" y="2005"/>
                </a:cubicBezTo>
                <a:cubicBezTo>
                  <a:pt x="434" y="2005"/>
                  <a:pt x="366" y="2073"/>
                  <a:pt x="339" y="2100"/>
                </a:cubicBezTo>
                <a:cubicBezTo>
                  <a:pt x="0" y="2438"/>
                  <a:pt x="0" y="3007"/>
                  <a:pt x="339" y="3346"/>
                </a:cubicBezTo>
                <a:cubicBezTo>
                  <a:pt x="515" y="3522"/>
                  <a:pt x="732" y="3603"/>
                  <a:pt x="975" y="3603"/>
                </a:cubicBezTo>
                <a:cubicBezTo>
                  <a:pt x="1206" y="3603"/>
                  <a:pt x="1436" y="3522"/>
                  <a:pt x="1598" y="3346"/>
                </a:cubicBezTo>
                <a:cubicBezTo>
                  <a:pt x="1707" y="3251"/>
                  <a:pt x="1721" y="2913"/>
                  <a:pt x="1652" y="2615"/>
                </a:cubicBezTo>
                <a:lnTo>
                  <a:pt x="1775" y="2479"/>
                </a:lnTo>
                <a:lnTo>
                  <a:pt x="2804" y="3509"/>
                </a:lnTo>
                <a:lnTo>
                  <a:pt x="2804" y="6637"/>
                </a:lnTo>
                <a:cubicBezTo>
                  <a:pt x="2804" y="7151"/>
                  <a:pt x="3007" y="7626"/>
                  <a:pt x="3305" y="8045"/>
                </a:cubicBezTo>
                <a:lnTo>
                  <a:pt x="1896" y="9453"/>
                </a:lnTo>
                <a:cubicBezTo>
                  <a:pt x="1802" y="9535"/>
                  <a:pt x="1694" y="9697"/>
                  <a:pt x="1639" y="9806"/>
                </a:cubicBezTo>
                <a:lnTo>
                  <a:pt x="1219" y="10659"/>
                </a:lnTo>
                <a:cubicBezTo>
                  <a:pt x="1165" y="10768"/>
                  <a:pt x="1179" y="10835"/>
                  <a:pt x="1206" y="10876"/>
                </a:cubicBezTo>
                <a:cubicBezTo>
                  <a:pt x="1233" y="10930"/>
                  <a:pt x="1287" y="10957"/>
                  <a:pt x="1354" y="10957"/>
                </a:cubicBezTo>
                <a:cubicBezTo>
                  <a:pt x="1396" y="10957"/>
                  <a:pt x="1436" y="10943"/>
                  <a:pt x="1477" y="10916"/>
                </a:cubicBezTo>
                <a:lnTo>
                  <a:pt x="2330" y="10497"/>
                </a:lnTo>
                <a:cubicBezTo>
                  <a:pt x="2438" y="10443"/>
                  <a:pt x="2600" y="10334"/>
                  <a:pt x="2682" y="10239"/>
                </a:cubicBezTo>
                <a:lnTo>
                  <a:pt x="4050" y="8872"/>
                </a:lnTo>
                <a:cubicBezTo>
                  <a:pt x="4144" y="8966"/>
                  <a:pt x="4253" y="9047"/>
                  <a:pt x="4348" y="9128"/>
                </a:cubicBezTo>
                <a:cubicBezTo>
                  <a:pt x="5065" y="9711"/>
                  <a:pt x="5905" y="10145"/>
                  <a:pt x="6094" y="10145"/>
                </a:cubicBezTo>
                <a:cubicBezTo>
                  <a:pt x="6244" y="10145"/>
                  <a:pt x="7084" y="9697"/>
                  <a:pt x="7815" y="9128"/>
                </a:cubicBezTo>
                <a:cubicBezTo>
                  <a:pt x="7923" y="9047"/>
                  <a:pt x="8032" y="8953"/>
                  <a:pt x="8140" y="8845"/>
                </a:cubicBezTo>
                <a:lnTo>
                  <a:pt x="9534" y="10239"/>
                </a:lnTo>
                <a:cubicBezTo>
                  <a:pt x="9630" y="10334"/>
                  <a:pt x="9778" y="10443"/>
                  <a:pt x="9900" y="10497"/>
                </a:cubicBezTo>
                <a:lnTo>
                  <a:pt x="10740" y="10916"/>
                </a:lnTo>
                <a:cubicBezTo>
                  <a:pt x="10794" y="10943"/>
                  <a:pt x="10834" y="10957"/>
                  <a:pt x="10876" y="10957"/>
                </a:cubicBezTo>
                <a:cubicBezTo>
                  <a:pt x="10930" y="10957"/>
                  <a:pt x="10984" y="10930"/>
                  <a:pt x="11024" y="10876"/>
                </a:cubicBezTo>
                <a:cubicBezTo>
                  <a:pt x="11038" y="10835"/>
                  <a:pt x="11065" y="10768"/>
                  <a:pt x="11011" y="10659"/>
                </a:cubicBezTo>
                <a:lnTo>
                  <a:pt x="10591" y="9806"/>
                </a:lnTo>
                <a:cubicBezTo>
                  <a:pt x="10536" y="9697"/>
                  <a:pt x="10415" y="9535"/>
                  <a:pt x="10334" y="9453"/>
                </a:cubicBezTo>
                <a:lnTo>
                  <a:pt x="8898" y="8018"/>
                </a:lnTo>
                <a:cubicBezTo>
                  <a:pt x="9196" y="7599"/>
                  <a:pt x="9386" y="7138"/>
                  <a:pt x="9386" y="6637"/>
                </a:cubicBezTo>
                <a:lnTo>
                  <a:pt x="9386" y="3536"/>
                </a:lnTo>
                <a:lnTo>
                  <a:pt x="10442" y="2479"/>
                </a:lnTo>
                <a:lnTo>
                  <a:pt x="10578" y="2615"/>
                </a:lnTo>
                <a:cubicBezTo>
                  <a:pt x="10509" y="2913"/>
                  <a:pt x="10523" y="3251"/>
                  <a:pt x="10618" y="3346"/>
                </a:cubicBezTo>
                <a:cubicBezTo>
                  <a:pt x="10794" y="3522"/>
                  <a:pt x="11011" y="3603"/>
                  <a:pt x="11255" y="3603"/>
                </a:cubicBezTo>
                <a:cubicBezTo>
                  <a:pt x="11484" y="3603"/>
                  <a:pt x="11715" y="3522"/>
                  <a:pt x="11878" y="3346"/>
                </a:cubicBezTo>
                <a:cubicBezTo>
                  <a:pt x="12230" y="3007"/>
                  <a:pt x="12230" y="2438"/>
                  <a:pt x="11878" y="2100"/>
                </a:cubicBezTo>
                <a:cubicBezTo>
                  <a:pt x="11851" y="2073"/>
                  <a:pt x="11782" y="2005"/>
                  <a:pt x="11526" y="2005"/>
                </a:cubicBezTo>
                <a:cubicBezTo>
                  <a:pt x="11430" y="2005"/>
                  <a:pt x="11282" y="2019"/>
                  <a:pt x="11146" y="2046"/>
                </a:cubicBezTo>
                <a:lnTo>
                  <a:pt x="11011" y="1911"/>
                </a:lnTo>
                <a:lnTo>
                  <a:pt x="11336" y="1586"/>
                </a:lnTo>
                <a:cubicBezTo>
                  <a:pt x="11471" y="1463"/>
                  <a:pt x="11471" y="1246"/>
                  <a:pt x="11336" y="1125"/>
                </a:cubicBezTo>
                <a:lnTo>
                  <a:pt x="11011" y="800"/>
                </a:lnTo>
                <a:cubicBezTo>
                  <a:pt x="10957" y="732"/>
                  <a:pt x="10876" y="705"/>
                  <a:pt x="10780" y="705"/>
                </a:cubicBezTo>
                <a:cubicBezTo>
                  <a:pt x="10686" y="705"/>
                  <a:pt x="10605" y="732"/>
                  <a:pt x="10551" y="800"/>
                </a:cubicBezTo>
                <a:lnTo>
                  <a:pt x="10226" y="1125"/>
                </a:lnTo>
                <a:lnTo>
                  <a:pt x="10090" y="990"/>
                </a:lnTo>
                <a:cubicBezTo>
                  <a:pt x="10157" y="705"/>
                  <a:pt x="10144" y="367"/>
                  <a:pt x="10049" y="258"/>
                </a:cubicBezTo>
                <a:cubicBezTo>
                  <a:pt x="9873" y="96"/>
                  <a:pt x="9657" y="1"/>
                  <a:pt x="9413" y="1"/>
                </a:cubicBezTo>
                <a:cubicBezTo>
                  <a:pt x="9182" y="1"/>
                  <a:pt x="8953" y="96"/>
                  <a:pt x="8790" y="258"/>
                </a:cubicBezTo>
                <a:cubicBezTo>
                  <a:pt x="8613" y="421"/>
                  <a:pt x="8532" y="651"/>
                  <a:pt x="8532" y="881"/>
                </a:cubicBezTo>
                <a:cubicBezTo>
                  <a:pt x="8532" y="1125"/>
                  <a:pt x="8613" y="1342"/>
                  <a:pt x="8790" y="1517"/>
                </a:cubicBezTo>
                <a:cubicBezTo>
                  <a:pt x="8803" y="1531"/>
                  <a:pt x="8871" y="1599"/>
                  <a:pt x="9142" y="1599"/>
                </a:cubicBezTo>
                <a:cubicBezTo>
                  <a:pt x="9236" y="1599"/>
                  <a:pt x="9372" y="1599"/>
                  <a:pt x="9521" y="1559"/>
                </a:cubicBezTo>
                <a:lnTo>
                  <a:pt x="9657" y="1694"/>
                </a:lnTo>
                <a:lnTo>
                  <a:pt x="8438" y="2913"/>
                </a:lnTo>
                <a:lnTo>
                  <a:pt x="8275" y="2913"/>
                </a:lnTo>
                <a:cubicBezTo>
                  <a:pt x="8032" y="2913"/>
                  <a:pt x="7774" y="2872"/>
                  <a:pt x="7517" y="2804"/>
                </a:cubicBezTo>
                <a:cubicBezTo>
                  <a:pt x="6921" y="2628"/>
                  <a:pt x="6434" y="1938"/>
                  <a:pt x="6271" y="1721"/>
                </a:cubicBezTo>
                <a:cubicBezTo>
                  <a:pt x="6244" y="1680"/>
                  <a:pt x="6190" y="1653"/>
                  <a:pt x="6122" y="1653"/>
                </a:cubicBezTo>
                <a:cubicBezTo>
                  <a:pt x="6067" y="1653"/>
                  <a:pt x="6027" y="1667"/>
                  <a:pt x="6000" y="1707"/>
                </a:cubicBezTo>
                <a:cubicBezTo>
                  <a:pt x="5838" y="1938"/>
                  <a:pt x="5350" y="2615"/>
                  <a:pt x="4754" y="2804"/>
                </a:cubicBezTo>
                <a:cubicBezTo>
                  <a:pt x="4496" y="2872"/>
                  <a:pt x="4226" y="2913"/>
                  <a:pt x="3969" y="2913"/>
                </a:cubicBezTo>
                <a:lnTo>
                  <a:pt x="3792" y="2913"/>
                </a:lnTo>
                <a:lnTo>
                  <a:pt x="2573" y="1694"/>
                </a:lnTo>
                <a:lnTo>
                  <a:pt x="2709" y="1559"/>
                </a:lnTo>
                <a:cubicBezTo>
                  <a:pt x="2844" y="1586"/>
                  <a:pt x="2980" y="1599"/>
                  <a:pt x="3088" y="1599"/>
                </a:cubicBezTo>
                <a:cubicBezTo>
                  <a:pt x="3346" y="1599"/>
                  <a:pt x="3413" y="1531"/>
                  <a:pt x="3440" y="1517"/>
                </a:cubicBezTo>
                <a:cubicBezTo>
                  <a:pt x="3779" y="1165"/>
                  <a:pt x="3779" y="611"/>
                  <a:pt x="3440" y="258"/>
                </a:cubicBezTo>
                <a:cubicBezTo>
                  <a:pt x="3265" y="96"/>
                  <a:pt x="3048" y="1"/>
                  <a:pt x="280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1" name="Google Shape;461;p40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462" name="Google Shape;462;p40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7"/>
          <p:cNvSpPr txBox="1"/>
          <p:nvPr>
            <p:ph type="title"/>
          </p:nvPr>
        </p:nvSpPr>
        <p:spPr>
          <a:xfrm>
            <a:off x="3185300" y="870475"/>
            <a:ext cx="5238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RESULTS</a:t>
            </a:r>
            <a:endParaRPr/>
          </a:p>
        </p:txBody>
      </p:sp>
      <p:sp>
        <p:nvSpPr>
          <p:cNvPr id="595" name="Google Shape;595;p47"/>
          <p:cNvSpPr txBox="1"/>
          <p:nvPr>
            <p:ph idx="1" type="subTitle"/>
          </p:nvPr>
        </p:nvSpPr>
        <p:spPr>
          <a:xfrm>
            <a:off x="5458800" y="2765788"/>
            <a:ext cx="29652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Tuned engine outperforms hand-tuned baseline in self-play benchmarks.</a:t>
            </a:r>
            <a:endParaRPr/>
          </a:p>
          <a:p>
            <a:pPr algn="r"/>
            <a:r>
              <a:t>Material values refined, hanging piece penalties increased,</a:t>
            </a:r>
          </a:p>
          <a:p>
            <a:pPr algn="r"/>
            <a:r>
              <a:t>passed pawn bonuses amplified in endgame.</a:t>
            </a:r>
          </a:p>
          <a:p>
            <a:pPr algn="r"/>
            <a:r>
              <a:t/>
            </a:r>
          </a:p>
          <a:p>
            <a:pPr algn="r"/>
            <a:r>
              <a:t>&lt;Add your benchmark results, win rates, and ELO comparisons here&gt;</a:t>
            </a:r>
          </a:p>
        </p:txBody>
      </p:sp>
      <p:sp>
        <p:nvSpPr>
          <p:cNvPr id="596" name="Google Shape;596;p47"/>
          <p:cNvSpPr/>
          <p:nvPr/>
        </p:nvSpPr>
        <p:spPr>
          <a:xfrm>
            <a:off x="5645025" y="3712763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7"/>
          <p:cNvSpPr/>
          <p:nvPr/>
        </p:nvSpPr>
        <p:spPr>
          <a:xfrm>
            <a:off x="6485150" y="3712763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7"/>
          <p:cNvSpPr/>
          <p:nvPr/>
        </p:nvSpPr>
        <p:spPr>
          <a:xfrm>
            <a:off x="7325275" y="3712763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7"/>
          <p:cNvSpPr/>
          <p:nvPr/>
        </p:nvSpPr>
        <p:spPr>
          <a:xfrm>
            <a:off x="8165400" y="3712763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KEY RESULTS &amp; METRICS</a:t>
            </a:r>
            <a:endParaRPr/>
          </a:p>
        </p:txBody>
      </p:sp>
      <p:sp>
        <p:nvSpPr>
          <p:cNvPr id="605" name="Google Shape;605;p48"/>
          <p:cNvSpPr txBox="1"/>
          <p:nvPr>
            <p:ph idx="1" type="subTitle"/>
          </p:nvPr>
        </p:nvSpPr>
        <p:spPr>
          <a:xfrm>
            <a:off x="719988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10 material + 768 PST + 25 bonus weights optimized via Texel Tuning</a:t>
            </a:r>
            <a:endParaRPr/>
          </a:p>
        </p:txBody>
      </p:sp>
      <p:sp>
        <p:nvSpPr>
          <p:cNvPr id="606" name="Google Shape;606;p48"/>
          <p:cNvSpPr txBox="1"/>
          <p:nvPr>
            <p:ph idx="2" type="subTitle"/>
          </p:nvPr>
        </p:nvSpPr>
        <p:spPr>
          <a:xfrm>
            <a:off x="719988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PARAMETERS TUNED</a:t>
            </a:r>
            <a:endParaRPr/>
          </a:p>
        </p:txBody>
      </p:sp>
      <p:sp>
        <p:nvSpPr>
          <p:cNvPr id="607" name="Google Shape;607;p48"/>
          <p:cNvSpPr txBox="1"/>
          <p:nvPr>
            <p:ph idx="3" type="subTitle"/>
          </p:nvPr>
        </p:nvSpPr>
        <p:spPr>
          <a:xfrm>
            <a:off x="3389427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Stockfish-evaluated at depth 12 with strict quiescence filtering</a:t>
            </a:r>
            <a:endParaRPr/>
          </a:p>
        </p:txBody>
      </p:sp>
      <p:sp>
        <p:nvSpPr>
          <p:cNvPr id="608" name="Google Shape;608;p48"/>
          <p:cNvSpPr txBox="1"/>
          <p:nvPr>
            <p:ph idx="4" type="subTitle"/>
          </p:nvPr>
        </p:nvSpPr>
        <p:spPr>
          <a:xfrm>
            <a:off x="3389427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TRAINING POSITIONS</a:t>
            </a:r>
            <a:endParaRPr/>
          </a:p>
        </p:txBody>
      </p:sp>
      <p:sp>
        <p:nvSpPr>
          <p:cNvPr id="609" name="Google Shape;609;p48"/>
          <p:cNvSpPr txBox="1"/>
          <p:nvPr>
            <p:ph idx="5" type="subTitle"/>
          </p:nvPr>
        </p:nvSpPr>
        <p:spPr>
          <a:xfrm>
            <a:off x="6053969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&lt;Your self-play benchmark win rate&gt;</a:t>
            </a:r>
            <a:endParaRPr/>
          </a:p>
        </p:txBody>
      </p:sp>
      <p:sp>
        <p:nvSpPr>
          <p:cNvPr id="610" name="Google Shape;610;p48"/>
          <p:cNvSpPr txBox="1"/>
          <p:nvPr>
            <p:ph idx="6" type="subTitle"/>
          </p:nvPr>
        </p:nvSpPr>
        <p:spPr>
          <a:xfrm>
            <a:off x="6053969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TUNED WIN RATE</a:t>
            </a:r>
            <a:endParaRPr/>
          </a:p>
        </p:txBody>
      </p:sp>
      <p:sp>
        <p:nvSpPr>
          <p:cNvPr id="611" name="Google Shape;611;p48"/>
          <p:cNvSpPr txBox="1"/>
          <p:nvPr>
            <p:ph idx="7" type="title"/>
          </p:nvPr>
        </p:nvSpPr>
        <p:spPr>
          <a:xfrm>
            <a:off x="719988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803</a:t>
            </a:r>
            <a:endParaRPr/>
          </a:p>
        </p:txBody>
      </p:sp>
      <p:sp>
        <p:nvSpPr>
          <p:cNvPr id="612" name="Google Shape;612;p48"/>
          <p:cNvSpPr txBox="1"/>
          <p:nvPr>
            <p:ph idx="8" type="title"/>
          </p:nvPr>
        </p:nvSpPr>
        <p:spPr>
          <a:xfrm>
            <a:off x="3389427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50K+</a:t>
            </a:r>
            <a:endParaRPr/>
          </a:p>
        </p:txBody>
      </p:sp>
      <p:sp>
        <p:nvSpPr>
          <p:cNvPr id="613" name="Google Shape;613;p48"/>
          <p:cNvSpPr txBox="1"/>
          <p:nvPr>
            <p:ph idx="9" type="title"/>
          </p:nvPr>
        </p:nvSpPr>
        <p:spPr>
          <a:xfrm>
            <a:off x="6053969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&lt;Win%&gt;</a:t>
            </a:r>
            <a:endParaRPr/>
          </a:p>
        </p:txBody>
      </p:sp>
      <p:grpSp>
        <p:nvGrpSpPr>
          <p:cNvPr id="614" name="Google Shape;614;p48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615" name="Google Shape;615;p48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8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48"/>
          <p:cNvGrpSpPr/>
          <p:nvPr/>
        </p:nvGrpSpPr>
        <p:grpSpPr>
          <a:xfrm>
            <a:off x="1456313" y="2782838"/>
            <a:ext cx="897350" cy="179100"/>
            <a:chOff x="1456300" y="2782838"/>
            <a:chExt cx="897350" cy="179100"/>
          </a:xfrm>
        </p:grpSpPr>
        <p:sp>
          <p:nvSpPr>
            <p:cNvPr id="618" name="Google Shape;618;p48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8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8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48"/>
          <p:cNvGrpSpPr/>
          <p:nvPr/>
        </p:nvGrpSpPr>
        <p:grpSpPr>
          <a:xfrm>
            <a:off x="4125752" y="2782838"/>
            <a:ext cx="897350" cy="179100"/>
            <a:chOff x="1456300" y="2782838"/>
            <a:chExt cx="897350" cy="179100"/>
          </a:xfrm>
        </p:grpSpPr>
        <p:sp>
          <p:nvSpPr>
            <p:cNvPr id="622" name="Google Shape;622;p48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48"/>
          <p:cNvGrpSpPr/>
          <p:nvPr/>
        </p:nvGrpSpPr>
        <p:grpSpPr>
          <a:xfrm>
            <a:off x="6790294" y="2782838"/>
            <a:ext cx="897350" cy="179100"/>
            <a:chOff x="1456300" y="2782838"/>
            <a:chExt cx="897350" cy="179100"/>
          </a:xfrm>
        </p:grpSpPr>
        <p:sp>
          <p:nvSpPr>
            <p:cNvPr id="626" name="Google Shape;626;p48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6"/>
          <p:cNvSpPr txBox="1"/>
          <p:nvPr>
            <p:ph type="title"/>
          </p:nvPr>
        </p:nvSpPr>
        <p:spPr>
          <a:xfrm>
            <a:off x="1010350" y="2659450"/>
            <a:ext cx="318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PROBLEM STATEMENT</a:t>
            </a:r>
            <a:endParaRPr/>
          </a:p>
        </p:txBody>
      </p:sp>
      <p:sp>
        <p:nvSpPr>
          <p:cNvPr id="1034" name="Google Shape;1034;p56"/>
          <p:cNvSpPr txBox="1"/>
          <p:nvPr>
            <p:ph idx="2" type="title"/>
          </p:nvPr>
        </p:nvSpPr>
        <p:spPr>
          <a:xfrm>
            <a:off x="101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  <a:endParaRPr/>
          </a:p>
        </p:txBody>
      </p:sp>
      <p:sp>
        <p:nvSpPr>
          <p:cNvPr id="1035" name="Google Shape;1035;p56"/>
          <p:cNvSpPr txBox="1"/>
          <p:nvPr>
            <p:ph idx="1" type="subTitle"/>
          </p:nvPr>
        </p:nvSpPr>
        <p:spPr>
          <a:xfrm>
            <a:off x="1330600" y="3499575"/>
            <a:ext cx="2544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Defining the core challenge and objectives</a:t>
            </a:r>
            <a:endParaRPr/>
          </a:p>
        </p:txBody>
      </p:sp>
      <p:grpSp>
        <p:nvGrpSpPr>
          <p:cNvPr id="1036" name="Google Shape;1036;p56"/>
          <p:cNvGrpSpPr/>
          <p:nvPr/>
        </p:nvGrpSpPr>
        <p:grpSpPr>
          <a:xfrm>
            <a:off x="1386100" y="1779225"/>
            <a:ext cx="2433900" cy="179100"/>
            <a:chOff x="5196100" y="2297550"/>
            <a:chExt cx="2433900" cy="179100"/>
          </a:xfrm>
        </p:grpSpPr>
        <p:sp>
          <p:nvSpPr>
            <p:cNvPr id="1037" name="Google Shape;1037;p56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56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ENGINE PIPELINE (PER MOVE)</a:t>
            </a:r>
            <a:endParaRPr/>
          </a:p>
        </p:txBody>
      </p:sp>
      <p:grpSp>
        <p:nvGrpSpPr>
          <p:cNvPr id="1186" name="Google Shape;1186;p60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1187" name="Google Shape;1187;p60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0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9" name="Google Shape;1189;p60"/>
          <p:cNvSpPr/>
          <p:nvPr/>
        </p:nvSpPr>
        <p:spPr>
          <a:xfrm>
            <a:off x="1080313" y="1706625"/>
            <a:ext cx="9840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0"/>
          <p:cNvSpPr/>
          <p:nvPr/>
        </p:nvSpPr>
        <p:spPr>
          <a:xfrm>
            <a:off x="5079891" y="1706625"/>
            <a:ext cx="9840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60"/>
          <p:cNvSpPr txBox="1"/>
          <p:nvPr>
            <p:ph idx="4294967295" type="subTitle"/>
          </p:nvPr>
        </p:nvSpPr>
        <p:spPr>
          <a:xfrm>
            <a:off x="4719591" y="364140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Polyglot probe → return weighted-random book move if found</a:t>
            </a:r>
            <a:endParaRPr/>
          </a:p>
        </p:txBody>
      </p:sp>
      <p:sp>
        <p:nvSpPr>
          <p:cNvPr id="1192" name="Google Shape;1192;p60"/>
          <p:cNvSpPr txBox="1"/>
          <p:nvPr>
            <p:ph idx="4294967295" type="subTitle"/>
          </p:nvPr>
        </p:nvSpPr>
        <p:spPr>
          <a:xfrm>
            <a:off x="4719583" y="3177350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atin typeface="Oranienbaum"/>
              </a:rPr>
              <a:t>OPENING BOOK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193" name="Google Shape;1193;p60"/>
          <p:cNvSpPr txBox="1"/>
          <p:nvPr>
            <p:ph idx="4294967295" type="subTitle"/>
          </p:nvPr>
        </p:nvSpPr>
        <p:spPr>
          <a:xfrm>
            <a:off x="720033" y="364140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Iterative deepening with aspiration windows and endgame depth boost</a:t>
            </a:r>
            <a:endParaRPr/>
          </a:p>
        </p:txBody>
      </p:sp>
      <p:sp>
        <p:nvSpPr>
          <p:cNvPr id="1194" name="Google Shape;1194;p60"/>
          <p:cNvSpPr txBox="1"/>
          <p:nvPr>
            <p:ph idx="4294967295" type="subTitle"/>
          </p:nvPr>
        </p:nvSpPr>
        <p:spPr>
          <a:xfrm>
            <a:off x="720000" y="3177350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atin typeface="Oranienbaum"/>
              </a:rPr>
              <a:t>SEARCH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195" name="Google Shape;1195;p60"/>
          <p:cNvSpPr txBox="1"/>
          <p:nvPr>
            <p:ph idx="4294967295" type="subTitle"/>
          </p:nvPr>
        </p:nvSpPr>
        <p:spPr>
          <a:xfrm>
            <a:off x="2719791" y="211955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Tapered eval: Material + PST + Pawn + King safety + Endgame</a:t>
            </a:r>
            <a:endParaRPr/>
          </a:p>
        </p:txBody>
      </p:sp>
      <p:sp>
        <p:nvSpPr>
          <p:cNvPr id="1196" name="Google Shape;1196;p60"/>
          <p:cNvSpPr txBox="1"/>
          <p:nvPr>
            <p:ph idx="4294967295" type="subTitle"/>
          </p:nvPr>
        </p:nvSpPr>
        <p:spPr>
          <a:xfrm>
            <a:off x="2719792" y="1655500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atin typeface="Oranienbaum"/>
              </a:rPr>
              <a:t>EVALUATE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197" name="Google Shape;1197;p60"/>
          <p:cNvSpPr/>
          <p:nvPr/>
        </p:nvSpPr>
        <p:spPr>
          <a:xfrm>
            <a:off x="3080091" y="3279600"/>
            <a:ext cx="9840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60"/>
          <p:cNvSpPr txBox="1"/>
          <p:nvPr>
            <p:ph idx="4294967295" type="subTitle"/>
          </p:nvPr>
        </p:nvSpPr>
        <p:spPr>
          <a:xfrm>
            <a:off x="6719408" y="211955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Syzygy probe for ≤5 pieces → return DTZ-optimal move</a:t>
            </a:r>
            <a:endParaRPr/>
          </a:p>
        </p:txBody>
      </p:sp>
      <p:sp>
        <p:nvSpPr>
          <p:cNvPr id="1199" name="Google Shape;1199;p60"/>
          <p:cNvSpPr txBox="1"/>
          <p:nvPr>
            <p:ph idx="4294967295" type="subTitle"/>
          </p:nvPr>
        </p:nvSpPr>
        <p:spPr>
          <a:xfrm>
            <a:off x="6719375" y="1655500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atin typeface="Oranienbaum"/>
              </a:rPr>
              <a:t>TABLEBASE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00" name="Google Shape;1200;p60"/>
          <p:cNvSpPr/>
          <p:nvPr/>
        </p:nvSpPr>
        <p:spPr>
          <a:xfrm>
            <a:off x="7079663" y="3279600"/>
            <a:ext cx="9840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60"/>
          <p:cNvSpPr/>
          <p:nvPr/>
        </p:nvSpPr>
        <p:spPr>
          <a:xfrm>
            <a:off x="1373538" y="1999592"/>
            <a:ext cx="397549" cy="398066"/>
          </a:xfrm>
          <a:custGeom>
            <a:rect b="b" l="l" r="r" t="t"/>
            <a:pathLst>
              <a:path extrusionOk="0" h="10795" w="10781">
                <a:moveTo>
                  <a:pt x="5390" y="1924"/>
                </a:moveTo>
                <a:cubicBezTo>
                  <a:pt x="7137" y="1924"/>
                  <a:pt x="8586" y="3224"/>
                  <a:pt x="8830" y="4890"/>
                </a:cubicBezTo>
                <a:lnTo>
                  <a:pt x="8830" y="4944"/>
                </a:lnTo>
                <a:cubicBezTo>
                  <a:pt x="8735" y="4917"/>
                  <a:pt x="8641" y="4890"/>
                  <a:pt x="8532" y="4876"/>
                </a:cubicBezTo>
                <a:cubicBezTo>
                  <a:pt x="7543" y="4632"/>
                  <a:pt x="6487" y="4497"/>
                  <a:pt x="5390" y="4497"/>
                </a:cubicBezTo>
                <a:cubicBezTo>
                  <a:pt x="4307" y="4497"/>
                  <a:pt x="3236" y="4632"/>
                  <a:pt x="2248" y="4876"/>
                </a:cubicBezTo>
                <a:cubicBezTo>
                  <a:pt x="2153" y="4903"/>
                  <a:pt x="2045" y="4917"/>
                  <a:pt x="1950" y="4944"/>
                </a:cubicBezTo>
                <a:cubicBezTo>
                  <a:pt x="1950" y="4930"/>
                  <a:pt x="1950" y="4917"/>
                  <a:pt x="1963" y="4890"/>
                </a:cubicBezTo>
                <a:cubicBezTo>
                  <a:pt x="2207" y="3224"/>
                  <a:pt x="3643" y="1924"/>
                  <a:pt x="5390" y="1924"/>
                </a:cubicBezTo>
                <a:close/>
                <a:moveTo>
                  <a:pt x="5430" y="4768"/>
                </a:moveTo>
                <a:cubicBezTo>
                  <a:pt x="5837" y="4768"/>
                  <a:pt x="6162" y="5093"/>
                  <a:pt x="6162" y="5499"/>
                </a:cubicBezTo>
                <a:cubicBezTo>
                  <a:pt x="6162" y="5905"/>
                  <a:pt x="5837" y="6230"/>
                  <a:pt x="5430" y="6230"/>
                </a:cubicBezTo>
                <a:cubicBezTo>
                  <a:pt x="5024" y="6230"/>
                  <a:pt x="4699" y="5905"/>
                  <a:pt x="4699" y="5499"/>
                </a:cubicBezTo>
                <a:cubicBezTo>
                  <a:pt x="4699" y="5093"/>
                  <a:pt x="5024" y="4768"/>
                  <a:pt x="5430" y="4768"/>
                </a:cubicBezTo>
                <a:close/>
                <a:moveTo>
                  <a:pt x="4212" y="6230"/>
                </a:moveTo>
                <a:lnTo>
                  <a:pt x="4361" y="8709"/>
                </a:lnTo>
                <a:cubicBezTo>
                  <a:pt x="3345" y="8397"/>
                  <a:pt x="2532" y="7626"/>
                  <a:pt x="2153" y="6637"/>
                </a:cubicBezTo>
                <a:lnTo>
                  <a:pt x="2438" y="6556"/>
                </a:lnTo>
                <a:cubicBezTo>
                  <a:pt x="3007" y="6393"/>
                  <a:pt x="3603" y="6299"/>
                  <a:pt x="4212" y="6230"/>
                </a:cubicBezTo>
                <a:close/>
                <a:moveTo>
                  <a:pt x="6568" y="6230"/>
                </a:moveTo>
                <a:cubicBezTo>
                  <a:pt x="7191" y="6299"/>
                  <a:pt x="7774" y="6393"/>
                  <a:pt x="8343" y="6556"/>
                </a:cubicBezTo>
                <a:lnTo>
                  <a:pt x="8627" y="6637"/>
                </a:lnTo>
                <a:cubicBezTo>
                  <a:pt x="8247" y="7626"/>
                  <a:pt x="7435" y="8397"/>
                  <a:pt x="6420" y="8709"/>
                </a:cubicBezTo>
                <a:lnTo>
                  <a:pt x="6568" y="6230"/>
                </a:lnTo>
                <a:close/>
                <a:moveTo>
                  <a:pt x="5390" y="1"/>
                </a:moveTo>
                <a:cubicBezTo>
                  <a:pt x="2424" y="1"/>
                  <a:pt x="0" y="2426"/>
                  <a:pt x="0" y="5391"/>
                </a:cubicBezTo>
                <a:lnTo>
                  <a:pt x="0" y="5567"/>
                </a:lnTo>
                <a:cubicBezTo>
                  <a:pt x="13" y="6136"/>
                  <a:pt x="122" y="6678"/>
                  <a:pt x="298" y="7178"/>
                </a:cubicBezTo>
                <a:cubicBezTo>
                  <a:pt x="1043" y="9278"/>
                  <a:pt x="3047" y="10795"/>
                  <a:pt x="5390" y="10795"/>
                </a:cubicBezTo>
                <a:cubicBezTo>
                  <a:pt x="7733" y="10795"/>
                  <a:pt x="9737" y="9278"/>
                  <a:pt x="10482" y="7178"/>
                </a:cubicBezTo>
                <a:cubicBezTo>
                  <a:pt x="10658" y="6678"/>
                  <a:pt x="10766" y="6122"/>
                  <a:pt x="10780" y="5567"/>
                </a:cubicBezTo>
                <a:lnTo>
                  <a:pt x="10780" y="5391"/>
                </a:lnTo>
                <a:cubicBezTo>
                  <a:pt x="10780" y="2426"/>
                  <a:pt x="8370" y="1"/>
                  <a:pt x="53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60"/>
          <p:cNvGrpSpPr/>
          <p:nvPr/>
        </p:nvGrpSpPr>
        <p:grpSpPr>
          <a:xfrm>
            <a:off x="7365889" y="3565826"/>
            <a:ext cx="411547" cy="411547"/>
            <a:chOff x="4640568" y="3713038"/>
            <a:chExt cx="356534" cy="356534"/>
          </a:xfrm>
        </p:grpSpPr>
        <p:sp>
          <p:nvSpPr>
            <p:cNvPr id="1203" name="Google Shape;1203;p60"/>
            <p:cNvSpPr/>
            <p:nvPr/>
          </p:nvSpPr>
          <p:spPr>
            <a:xfrm>
              <a:off x="4640568" y="3713038"/>
              <a:ext cx="356534" cy="356534"/>
            </a:xfrm>
            <a:custGeom>
              <a:rect b="b" l="l" r="r" t="t"/>
              <a:pathLst>
                <a:path extrusionOk="0" h="11160" w="11160">
                  <a:moveTo>
                    <a:pt x="6501" y="2478"/>
                  </a:moveTo>
                  <a:cubicBezTo>
                    <a:pt x="7543" y="2790"/>
                    <a:pt x="8370" y="3616"/>
                    <a:pt x="8681" y="4659"/>
                  </a:cubicBezTo>
                  <a:lnTo>
                    <a:pt x="8031" y="4659"/>
                  </a:lnTo>
                  <a:cubicBezTo>
                    <a:pt x="7883" y="4659"/>
                    <a:pt x="7747" y="4780"/>
                    <a:pt x="7747" y="4943"/>
                  </a:cubicBezTo>
                  <a:lnTo>
                    <a:pt x="7747" y="6216"/>
                  </a:lnTo>
                  <a:cubicBezTo>
                    <a:pt x="7747" y="6379"/>
                    <a:pt x="7883" y="6501"/>
                    <a:pt x="8031" y="6501"/>
                  </a:cubicBezTo>
                  <a:lnTo>
                    <a:pt x="8681" y="6501"/>
                  </a:lnTo>
                  <a:cubicBezTo>
                    <a:pt x="8370" y="7543"/>
                    <a:pt x="7543" y="8370"/>
                    <a:pt x="6501" y="8681"/>
                  </a:cubicBezTo>
                  <a:lnTo>
                    <a:pt x="6501" y="8031"/>
                  </a:lnTo>
                  <a:cubicBezTo>
                    <a:pt x="6501" y="7882"/>
                    <a:pt x="6379" y="7747"/>
                    <a:pt x="6216" y="7747"/>
                  </a:cubicBezTo>
                  <a:lnTo>
                    <a:pt x="4943" y="7747"/>
                  </a:lnTo>
                  <a:cubicBezTo>
                    <a:pt x="4781" y="7747"/>
                    <a:pt x="4659" y="7882"/>
                    <a:pt x="4659" y="8031"/>
                  </a:cubicBezTo>
                  <a:lnTo>
                    <a:pt x="4659" y="8681"/>
                  </a:lnTo>
                  <a:cubicBezTo>
                    <a:pt x="3616" y="8370"/>
                    <a:pt x="2791" y="7543"/>
                    <a:pt x="2479" y="6501"/>
                  </a:cubicBezTo>
                  <a:lnTo>
                    <a:pt x="3129" y="6501"/>
                  </a:lnTo>
                  <a:cubicBezTo>
                    <a:pt x="3291" y="6501"/>
                    <a:pt x="3413" y="6379"/>
                    <a:pt x="3413" y="6216"/>
                  </a:cubicBezTo>
                  <a:lnTo>
                    <a:pt x="3413" y="4943"/>
                  </a:lnTo>
                  <a:cubicBezTo>
                    <a:pt x="3413" y="4780"/>
                    <a:pt x="3291" y="4659"/>
                    <a:pt x="3129" y="4659"/>
                  </a:cubicBezTo>
                  <a:lnTo>
                    <a:pt x="2479" y="4659"/>
                  </a:lnTo>
                  <a:cubicBezTo>
                    <a:pt x="2791" y="3616"/>
                    <a:pt x="3616" y="2790"/>
                    <a:pt x="4659" y="2478"/>
                  </a:cubicBezTo>
                  <a:lnTo>
                    <a:pt x="4659" y="3128"/>
                  </a:lnTo>
                  <a:cubicBezTo>
                    <a:pt x="4659" y="3291"/>
                    <a:pt x="4781" y="3413"/>
                    <a:pt x="4943" y="3413"/>
                  </a:cubicBezTo>
                  <a:lnTo>
                    <a:pt x="6216" y="3413"/>
                  </a:lnTo>
                  <a:cubicBezTo>
                    <a:pt x="6379" y="3413"/>
                    <a:pt x="6501" y="3291"/>
                    <a:pt x="6501" y="3128"/>
                  </a:cubicBezTo>
                  <a:lnTo>
                    <a:pt x="6501" y="2478"/>
                  </a:lnTo>
                  <a:close/>
                  <a:moveTo>
                    <a:pt x="4943" y="0"/>
                  </a:moveTo>
                  <a:cubicBezTo>
                    <a:pt x="4781" y="0"/>
                    <a:pt x="4659" y="136"/>
                    <a:pt x="4659" y="284"/>
                  </a:cubicBezTo>
                  <a:lnTo>
                    <a:pt x="4659" y="1165"/>
                  </a:lnTo>
                  <a:cubicBezTo>
                    <a:pt x="2912" y="1530"/>
                    <a:pt x="1531" y="2912"/>
                    <a:pt x="1165" y="4659"/>
                  </a:cubicBezTo>
                  <a:lnTo>
                    <a:pt x="285" y="4659"/>
                  </a:lnTo>
                  <a:cubicBezTo>
                    <a:pt x="136" y="4659"/>
                    <a:pt x="1" y="4780"/>
                    <a:pt x="1" y="4943"/>
                  </a:cubicBezTo>
                  <a:lnTo>
                    <a:pt x="1" y="6216"/>
                  </a:lnTo>
                  <a:cubicBezTo>
                    <a:pt x="1" y="6379"/>
                    <a:pt x="136" y="6501"/>
                    <a:pt x="285" y="6501"/>
                  </a:cubicBezTo>
                  <a:lnTo>
                    <a:pt x="1165" y="6501"/>
                  </a:lnTo>
                  <a:cubicBezTo>
                    <a:pt x="1531" y="8247"/>
                    <a:pt x="2912" y="9629"/>
                    <a:pt x="4659" y="9995"/>
                  </a:cubicBezTo>
                  <a:lnTo>
                    <a:pt x="4659" y="10875"/>
                  </a:lnTo>
                  <a:cubicBezTo>
                    <a:pt x="4659" y="11037"/>
                    <a:pt x="4781" y="11160"/>
                    <a:pt x="4943" y="11160"/>
                  </a:cubicBezTo>
                  <a:lnTo>
                    <a:pt x="6216" y="11160"/>
                  </a:lnTo>
                  <a:cubicBezTo>
                    <a:pt x="6379" y="11160"/>
                    <a:pt x="6501" y="11037"/>
                    <a:pt x="6501" y="10875"/>
                  </a:cubicBezTo>
                  <a:lnTo>
                    <a:pt x="6501" y="9995"/>
                  </a:lnTo>
                  <a:cubicBezTo>
                    <a:pt x="8248" y="9629"/>
                    <a:pt x="9629" y="8247"/>
                    <a:pt x="9995" y="6501"/>
                  </a:cubicBezTo>
                  <a:lnTo>
                    <a:pt x="10875" y="6501"/>
                  </a:lnTo>
                  <a:cubicBezTo>
                    <a:pt x="11038" y="6501"/>
                    <a:pt x="11160" y="6379"/>
                    <a:pt x="11160" y="6216"/>
                  </a:cubicBezTo>
                  <a:lnTo>
                    <a:pt x="11160" y="4943"/>
                  </a:lnTo>
                  <a:cubicBezTo>
                    <a:pt x="11160" y="4780"/>
                    <a:pt x="11038" y="4659"/>
                    <a:pt x="10875" y="4659"/>
                  </a:cubicBezTo>
                  <a:lnTo>
                    <a:pt x="9995" y="4659"/>
                  </a:lnTo>
                  <a:cubicBezTo>
                    <a:pt x="9629" y="2912"/>
                    <a:pt x="8248" y="1530"/>
                    <a:pt x="6501" y="1165"/>
                  </a:cubicBezTo>
                  <a:lnTo>
                    <a:pt x="6501" y="284"/>
                  </a:lnTo>
                  <a:cubicBezTo>
                    <a:pt x="6501" y="136"/>
                    <a:pt x="6379" y="0"/>
                    <a:pt x="6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0"/>
            <p:cNvSpPr/>
            <p:nvPr/>
          </p:nvSpPr>
          <p:spPr>
            <a:xfrm>
              <a:off x="4785520" y="3857957"/>
              <a:ext cx="66642" cy="66674"/>
            </a:xfrm>
            <a:custGeom>
              <a:rect b="b" l="l" r="r" t="t"/>
              <a:pathLst>
                <a:path extrusionOk="0" h="2087" w="2086">
                  <a:moveTo>
                    <a:pt x="1043" y="1"/>
                  </a:moveTo>
                  <a:cubicBezTo>
                    <a:pt x="475" y="1"/>
                    <a:pt x="0" y="475"/>
                    <a:pt x="0" y="1044"/>
                  </a:cubicBezTo>
                  <a:cubicBezTo>
                    <a:pt x="0" y="1613"/>
                    <a:pt x="475" y="2086"/>
                    <a:pt x="1043" y="2086"/>
                  </a:cubicBezTo>
                  <a:cubicBezTo>
                    <a:pt x="1612" y="2086"/>
                    <a:pt x="2086" y="1613"/>
                    <a:pt x="2086" y="1044"/>
                  </a:cubicBezTo>
                  <a:cubicBezTo>
                    <a:pt x="2086" y="475"/>
                    <a:pt x="1612" y="1"/>
                    <a:pt x="10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5" name="Google Shape;1205;p60"/>
          <p:cNvSpPr/>
          <p:nvPr/>
        </p:nvSpPr>
        <p:spPr>
          <a:xfrm>
            <a:off x="3435470" y="3573581"/>
            <a:ext cx="273244" cy="396038"/>
          </a:xfrm>
          <a:custGeom>
            <a:rect b="b" l="l" r="r" t="t"/>
            <a:pathLst>
              <a:path extrusionOk="0" h="10740" w="7410">
                <a:moveTo>
                  <a:pt x="6041" y="1300"/>
                </a:moveTo>
                <a:cubicBezTo>
                  <a:pt x="6176" y="1300"/>
                  <a:pt x="6299" y="1422"/>
                  <a:pt x="6299" y="1557"/>
                </a:cubicBezTo>
                <a:lnTo>
                  <a:pt x="6299" y="4266"/>
                </a:lnTo>
                <a:cubicBezTo>
                  <a:pt x="6299" y="4415"/>
                  <a:pt x="6176" y="4524"/>
                  <a:pt x="6041" y="4524"/>
                </a:cubicBezTo>
                <a:lnTo>
                  <a:pt x="1369" y="4524"/>
                </a:lnTo>
                <a:cubicBezTo>
                  <a:pt x="1234" y="4524"/>
                  <a:pt x="1111" y="4415"/>
                  <a:pt x="1111" y="4266"/>
                </a:cubicBezTo>
                <a:lnTo>
                  <a:pt x="1111" y="1557"/>
                </a:lnTo>
                <a:cubicBezTo>
                  <a:pt x="1111" y="1422"/>
                  <a:pt x="1234" y="1300"/>
                  <a:pt x="1369" y="1300"/>
                </a:cubicBezTo>
                <a:close/>
                <a:moveTo>
                  <a:pt x="6176" y="5634"/>
                </a:moveTo>
                <a:cubicBezTo>
                  <a:pt x="6245" y="5634"/>
                  <a:pt x="6299" y="5688"/>
                  <a:pt x="6299" y="5755"/>
                </a:cubicBezTo>
                <a:lnTo>
                  <a:pt x="6299" y="6270"/>
                </a:lnTo>
                <a:cubicBezTo>
                  <a:pt x="6299" y="6338"/>
                  <a:pt x="6245" y="6392"/>
                  <a:pt x="6176" y="6392"/>
                </a:cubicBezTo>
                <a:lnTo>
                  <a:pt x="1247" y="6392"/>
                </a:lnTo>
                <a:cubicBezTo>
                  <a:pt x="1180" y="6392"/>
                  <a:pt x="1111" y="6338"/>
                  <a:pt x="1111" y="6270"/>
                </a:cubicBezTo>
                <a:lnTo>
                  <a:pt x="1111" y="5755"/>
                </a:lnTo>
                <a:cubicBezTo>
                  <a:pt x="1111" y="5688"/>
                  <a:pt x="1180" y="5634"/>
                  <a:pt x="1247" y="5634"/>
                </a:cubicBezTo>
                <a:close/>
                <a:moveTo>
                  <a:pt x="5608" y="7408"/>
                </a:moveTo>
                <a:cubicBezTo>
                  <a:pt x="6095" y="7408"/>
                  <a:pt x="6501" y="7814"/>
                  <a:pt x="6501" y="8301"/>
                </a:cubicBezTo>
                <a:cubicBezTo>
                  <a:pt x="6501" y="8803"/>
                  <a:pt x="6095" y="9209"/>
                  <a:pt x="5608" y="9209"/>
                </a:cubicBezTo>
                <a:cubicBezTo>
                  <a:pt x="5107" y="9209"/>
                  <a:pt x="4701" y="8803"/>
                  <a:pt x="4701" y="8301"/>
                </a:cubicBezTo>
                <a:cubicBezTo>
                  <a:pt x="4701" y="7814"/>
                  <a:pt x="5107" y="7408"/>
                  <a:pt x="5608" y="7408"/>
                </a:cubicBezTo>
                <a:close/>
                <a:moveTo>
                  <a:pt x="2168" y="7042"/>
                </a:moveTo>
                <a:cubicBezTo>
                  <a:pt x="2411" y="7042"/>
                  <a:pt x="2601" y="7232"/>
                  <a:pt x="2601" y="7476"/>
                </a:cubicBezTo>
                <a:lnTo>
                  <a:pt x="2601" y="7882"/>
                </a:lnTo>
                <a:lnTo>
                  <a:pt x="3007" y="7882"/>
                </a:lnTo>
                <a:cubicBezTo>
                  <a:pt x="3238" y="7882"/>
                  <a:pt x="3441" y="8072"/>
                  <a:pt x="3441" y="8301"/>
                </a:cubicBezTo>
                <a:cubicBezTo>
                  <a:pt x="3441" y="8545"/>
                  <a:pt x="3238" y="8735"/>
                  <a:pt x="3007" y="8735"/>
                </a:cubicBezTo>
                <a:lnTo>
                  <a:pt x="2601" y="8735"/>
                </a:lnTo>
                <a:lnTo>
                  <a:pt x="2601" y="9141"/>
                </a:lnTo>
                <a:cubicBezTo>
                  <a:pt x="2601" y="9372"/>
                  <a:pt x="2411" y="9574"/>
                  <a:pt x="2168" y="9574"/>
                </a:cubicBezTo>
                <a:cubicBezTo>
                  <a:pt x="1938" y="9574"/>
                  <a:pt x="1748" y="9372"/>
                  <a:pt x="1748" y="9141"/>
                </a:cubicBezTo>
                <a:lnTo>
                  <a:pt x="1748" y="8735"/>
                </a:lnTo>
                <a:lnTo>
                  <a:pt x="1342" y="8735"/>
                </a:lnTo>
                <a:cubicBezTo>
                  <a:pt x="1098" y="8735"/>
                  <a:pt x="909" y="8545"/>
                  <a:pt x="909" y="8301"/>
                </a:cubicBezTo>
                <a:cubicBezTo>
                  <a:pt x="909" y="8072"/>
                  <a:pt x="1098" y="7882"/>
                  <a:pt x="1342" y="7882"/>
                </a:cubicBezTo>
                <a:lnTo>
                  <a:pt x="1748" y="7882"/>
                </a:lnTo>
                <a:lnTo>
                  <a:pt x="1748" y="7476"/>
                </a:lnTo>
                <a:cubicBezTo>
                  <a:pt x="1748" y="7232"/>
                  <a:pt x="1938" y="7042"/>
                  <a:pt x="2168" y="7042"/>
                </a:cubicBezTo>
                <a:close/>
                <a:moveTo>
                  <a:pt x="380" y="0"/>
                </a:moveTo>
                <a:cubicBezTo>
                  <a:pt x="177" y="0"/>
                  <a:pt x="1" y="176"/>
                  <a:pt x="1" y="392"/>
                </a:cubicBezTo>
                <a:lnTo>
                  <a:pt x="1" y="10360"/>
                </a:lnTo>
                <a:cubicBezTo>
                  <a:pt x="1" y="10577"/>
                  <a:pt x="177" y="10739"/>
                  <a:pt x="380" y="10739"/>
                </a:cubicBezTo>
                <a:lnTo>
                  <a:pt x="7030" y="10739"/>
                </a:lnTo>
                <a:cubicBezTo>
                  <a:pt x="7233" y="10739"/>
                  <a:pt x="7409" y="10577"/>
                  <a:pt x="7409" y="10360"/>
                </a:cubicBezTo>
                <a:lnTo>
                  <a:pt x="7409" y="392"/>
                </a:lnTo>
                <a:cubicBezTo>
                  <a:pt x="7409" y="176"/>
                  <a:pt x="7233" y="0"/>
                  <a:pt x="70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60"/>
          <p:cNvSpPr/>
          <p:nvPr/>
        </p:nvSpPr>
        <p:spPr>
          <a:xfrm>
            <a:off x="5366627" y="1997085"/>
            <a:ext cx="410529" cy="403081"/>
          </a:xfrm>
          <a:custGeom>
            <a:rect b="b" l="l" r="r" t="t"/>
            <a:pathLst>
              <a:path extrusionOk="0" h="10931" w="11133">
                <a:moveTo>
                  <a:pt x="4686" y="4741"/>
                </a:moveTo>
                <a:cubicBezTo>
                  <a:pt x="4836" y="4741"/>
                  <a:pt x="4971" y="4755"/>
                  <a:pt x="5092" y="4795"/>
                </a:cubicBezTo>
                <a:lnTo>
                  <a:pt x="4890" y="5432"/>
                </a:lnTo>
                <a:cubicBezTo>
                  <a:pt x="4822" y="5418"/>
                  <a:pt x="4754" y="5405"/>
                  <a:pt x="4686" y="5405"/>
                </a:cubicBezTo>
                <a:cubicBezTo>
                  <a:pt x="4226" y="5405"/>
                  <a:pt x="3846" y="5784"/>
                  <a:pt x="3846" y="6245"/>
                </a:cubicBezTo>
                <a:cubicBezTo>
                  <a:pt x="3846" y="6705"/>
                  <a:pt x="4226" y="7084"/>
                  <a:pt x="4686" y="7084"/>
                </a:cubicBezTo>
                <a:cubicBezTo>
                  <a:pt x="5134" y="7084"/>
                  <a:pt x="5499" y="6732"/>
                  <a:pt x="5526" y="6285"/>
                </a:cubicBezTo>
                <a:lnTo>
                  <a:pt x="6190" y="6055"/>
                </a:lnTo>
                <a:cubicBezTo>
                  <a:pt x="6190" y="6122"/>
                  <a:pt x="6203" y="6176"/>
                  <a:pt x="6203" y="6245"/>
                </a:cubicBezTo>
                <a:cubicBezTo>
                  <a:pt x="6203" y="7084"/>
                  <a:pt x="5526" y="7761"/>
                  <a:pt x="4686" y="7761"/>
                </a:cubicBezTo>
                <a:cubicBezTo>
                  <a:pt x="3861" y="7761"/>
                  <a:pt x="3183" y="7084"/>
                  <a:pt x="3183" y="6245"/>
                </a:cubicBezTo>
                <a:cubicBezTo>
                  <a:pt x="3183" y="5418"/>
                  <a:pt x="3861" y="4741"/>
                  <a:pt x="4686" y="4741"/>
                </a:cubicBezTo>
                <a:close/>
                <a:moveTo>
                  <a:pt x="4686" y="2737"/>
                </a:moveTo>
                <a:cubicBezTo>
                  <a:pt x="5567" y="2737"/>
                  <a:pt x="6365" y="3062"/>
                  <a:pt x="6975" y="3590"/>
                </a:cubicBezTo>
                <a:lnTo>
                  <a:pt x="6461" y="4105"/>
                </a:lnTo>
                <a:cubicBezTo>
                  <a:pt x="5973" y="3699"/>
                  <a:pt x="5363" y="3468"/>
                  <a:pt x="4686" y="3468"/>
                </a:cubicBezTo>
                <a:cubicBezTo>
                  <a:pt x="3156" y="3468"/>
                  <a:pt x="1910" y="4714"/>
                  <a:pt x="1910" y="6245"/>
                </a:cubicBezTo>
                <a:cubicBezTo>
                  <a:pt x="1910" y="7774"/>
                  <a:pt x="3156" y="9034"/>
                  <a:pt x="4686" y="9034"/>
                </a:cubicBezTo>
                <a:cubicBezTo>
                  <a:pt x="6217" y="9034"/>
                  <a:pt x="7476" y="7774"/>
                  <a:pt x="7476" y="6245"/>
                </a:cubicBezTo>
                <a:cubicBezTo>
                  <a:pt x="7476" y="5662"/>
                  <a:pt x="7286" y="5120"/>
                  <a:pt x="6975" y="4674"/>
                </a:cubicBezTo>
                <a:lnTo>
                  <a:pt x="7503" y="4145"/>
                </a:lnTo>
                <a:cubicBezTo>
                  <a:pt x="7936" y="4741"/>
                  <a:pt x="8194" y="5459"/>
                  <a:pt x="8194" y="6245"/>
                </a:cubicBezTo>
                <a:cubicBezTo>
                  <a:pt x="8194" y="8181"/>
                  <a:pt x="6623" y="9752"/>
                  <a:pt x="4686" y="9752"/>
                </a:cubicBezTo>
                <a:cubicBezTo>
                  <a:pt x="2750" y="9752"/>
                  <a:pt x="1179" y="8181"/>
                  <a:pt x="1179" y="6245"/>
                </a:cubicBezTo>
                <a:cubicBezTo>
                  <a:pt x="1179" y="4307"/>
                  <a:pt x="2750" y="2737"/>
                  <a:pt x="4686" y="2737"/>
                </a:cubicBezTo>
                <a:close/>
                <a:moveTo>
                  <a:pt x="9603" y="1"/>
                </a:moveTo>
                <a:cubicBezTo>
                  <a:pt x="9548" y="1"/>
                  <a:pt x="9494" y="28"/>
                  <a:pt x="9453" y="69"/>
                </a:cubicBezTo>
                <a:lnTo>
                  <a:pt x="8668" y="855"/>
                </a:lnTo>
                <a:cubicBezTo>
                  <a:pt x="8600" y="922"/>
                  <a:pt x="8532" y="1044"/>
                  <a:pt x="8519" y="1138"/>
                </a:cubicBezTo>
                <a:lnTo>
                  <a:pt x="8330" y="2101"/>
                </a:lnTo>
                <a:cubicBezTo>
                  <a:pt x="8316" y="2141"/>
                  <a:pt x="8330" y="2195"/>
                  <a:pt x="8330" y="2236"/>
                </a:cubicBezTo>
                <a:lnTo>
                  <a:pt x="7815" y="2751"/>
                </a:lnTo>
                <a:cubicBezTo>
                  <a:pt x="6988" y="2005"/>
                  <a:pt x="5892" y="1559"/>
                  <a:pt x="4686" y="1559"/>
                </a:cubicBezTo>
                <a:cubicBezTo>
                  <a:pt x="2100" y="1559"/>
                  <a:pt x="0" y="3657"/>
                  <a:pt x="0" y="6245"/>
                </a:cubicBezTo>
                <a:cubicBezTo>
                  <a:pt x="0" y="8831"/>
                  <a:pt x="2100" y="10930"/>
                  <a:pt x="4686" y="10930"/>
                </a:cubicBezTo>
                <a:cubicBezTo>
                  <a:pt x="7273" y="10930"/>
                  <a:pt x="9372" y="8831"/>
                  <a:pt x="9372" y="6245"/>
                </a:cubicBezTo>
                <a:cubicBezTo>
                  <a:pt x="9372" y="5134"/>
                  <a:pt x="8993" y="4118"/>
                  <a:pt x="8343" y="3319"/>
                </a:cubicBezTo>
                <a:lnTo>
                  <a:pt x="8871" y="2778"/>
                </a:lnTo>
                <a:cubicBezTo>
                  <a:pt x="8898" y="2791"/>
                  <a:pt x="8925" y="2791"/>
                  <a:pt x="8953" y="2791"/>
                </a:cubicBezTo>
                <a:lnTo>
                  <a:pt x="9007" y="2791"/>
                </a:lnTo>
                <a:lnTo>
                  <a:pt x="9982" y="2601"/>
                </a:lnTo>
                <a:cubicBezTo>
                  <a:pt x="10076" y="2588"/>
                  <a:pt x="10199" y="2520"/>
                  <a:pt x="10266" y="2453"/>
                </a:cubicBezTo>
                <a:lnTo>
                  <a:pt x="11051" y="1667"/>
                </a:lnTo>
                <a:cubicBezTo>
                  <a:pt x="11105" y="1599"/>
                  <a:pt x="11132" y="1532"/>
                  <a:pt x="11105" y="1464"/>
                </a:cubicBezTo>
                <a:cubicBezTo>
                  <a:pt x="11092" y="1396"/>
                  <a:pt x="11038" y="1342"/>
                  <a:pt x="10957" y="1328"/>
                </a:cubicBezTo>
                <a:lnTo>
                  <a:pt x="10076" y="1098"/>
                </a:lnTo>
                <a:cubicBezTo>
                  <a:pt x="10049" y="1098"/>
                  <a:pt x="10022" y="1057"/>
                  <a:pt x="10009" y="1044"/>
                </a:cubicBezTo>
                <a:lnTo>
                  <a:pt x="9792" y="163"/>
                </a:lnTo>
                <a:cubicBezTo>
                  <a:pt x="9765" y="69"/>
                  <a:pt x="9697" y="1"/>
                  <a:pt x="96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7" name="Google Shape;1207;p60"/>
          <p:cNvCxnSpPr>
            <a:stCxn id="1189" idx="3"/>
            <a:endCxn id="1197" idx="1"/>
          </p:cNvCxnSpPr>
          <p:nvPr/>
        </p:nvCxnSpPr>
        <p:spPr>
          <a:xfrm>
            <a:off x="2064313" y="2198625"/>
            <a:ext cx="1015800" cy="15729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60"/>
          <p:cNvCxnSpPr>
            <a:stCxn id="1197" idx="3"/>
            <a:endCxn id="1190" idx="1"/>
          </p:cNvCxnSpPr>
          <p:nvPr/>
        </p:nvCxnSpPr>
        <p:spPr>
          <a:xfrm flipH="1" rot="10800000">
            <a:off x="4064091" y="2198700"/>
            <a:ext cx="1015800" cy="157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60"/>
          <p:cNvCxnSpPr>
            <a:stCxn id="1190" idx="3"/>
            <a:endCxn id="1200" idx="1"/>
          </p:cNvCxnSpPr>
          <p:nvPr/>
        </p:nvCxnSpPr>
        <p:spPr>
          <a:xfrm>
            <a:off x="6063891" y="2198625"/>
            <a:ext cx="1015800" cy="15729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IMPLEMENTATION: SYSTEM MODULES</a:t>
            </a:r>
            <a:endParaRPr/>
          </a:p>
        </p:txBody>
      </p:sp>
      <p:grpSp>
        <p:nvGrpSpPr>
          <p:cNvPr id="1215" name="Google Shape;1215;p61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1216" name="Google Shape;1216;p61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1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8" name="Google Shape;1218;p61"/>
          <p:cNvSpPr txBox="1"/>
          <p:nvPr>
            <p:ph idx="4294967295" type="subTitle"/>
          </p:nvPr>
        </p:nvSpPr>
        <p:spPr>
          <a:xfrm>
            <a:off x="4719591" y="364140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Negamax + α-β, TT probing, NMP, LMR, PVS, quiescence search</a:t>
            </a:r>
            <a:endParaRPr/>
          </a:p>
        </p:txBody>
      </p:sp>
      <p:sp>
        <p:nvSpPr>
          <p:cNvPr id="1219" name="Google Shape;1219;p61"/>
          <p:cNvSpPr txBox="1"/>
          <p:nvPr>
            <p:ph idx="4294967295" type="subTitle"/>
          </p:nvPr>
        </p:nvSpPr>
        <p:spPr>
          <a:xfrm>
            <a:off x="4719591" y="3177350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atin typeface="Oranienbaum"/>
              </a:rPr>
              <a:t>search.py (470 LOC)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0" name="Google Shape;1220;p61"/>
          <p:cNvSpPr txBox="1"/>
          <p:nvPr>
            <p:ph idx="4294967295" type="subTitle"/>
          </p:nvPr>
        </p:nvSpPr>
        <p:spPr>
          <a:xfrm>
            <a:off x="720033" y="364140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803-param design matrix, L-BFGS-B optimizer, weight export</a:t>
            </a:r>
            <a:endParaRPr/>
          </a:p>
        </p:txBody>
      </p:sp>
      <p:sp>
        <p:nvSpPr>
          <p:cNvPr id="1221" name="Google Shape;1221;p61"/>
          <p:cNvSpPr txBox="1"/>
          <p:nvPr>
            <p:ph idx="4294967295" type="subTitle"/>
          </p:nvPr>
        </p:nvSpPr>
        <p:spPr>
          <a:xfrm>
            <a:off x="720000" y="3177350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atin typeface="Oranienbaum"/>
              </a:rPr>
              <a:t>texel_tuning.py (428 LOC)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2" name="Google Shape;1222;p61"/>
          <p:cNvSpPr txBox="1"/>
          <p:nvPr>
            <p:ph idx="4294967295" type="subTitle"/>
          </p:nvPr>
        </p:nvSpPr>
        <p:spPr>
          <a:xfrm>
            <a:off x="2719791" y="364140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Pygame GUI: drag-drop, eval bar, clocks, premoves, promotions</a:t>
            </a:r>
            <a:endParaRPr/>
          </a:p>
        </p:txBody>
      </p:sp>
      <p:sp>
        <p:nvSpPr>
          <p:cNvPr id="1223" name="Google Shape;1223;p61"/>
          <p:cNvSpPr txBox="1"/>
          <p:nvPr>
            <p:ph idx="4294967295" type="subTitle"/>
          </p:nvPr>
        </p:nvSpPr>
        <p:spPr>
          <a:xfrm>
            <a:off x="2719791" y="3177350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atin typeface="Oranienbaum"/>
              </a:rPr>
              <a:t>UI/main.py (1164 LOC)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4" name="Google Shape;1224;p61"/>
          <p:cNvSpPr txBox="1"/>
          <p:nvPr>
            <p:ph idx="4294967295" type="subTitle"/>
          </p:nvPr>
        </p:nvSpPr>
        <p:spPr>
          <a:xfrm>
            <a:off x="6719408" y="364140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Material, PST, pawn structure, king safety, endgame heuristics</a:t>
            </a:r>
            <a:endParaRPr/>
          </a:p>
        </p:txBody>
      </p:sp>
      <p:sp>
        <p:nvSpPr>
          <p:cNvPr id="1225" name="Google Shape;1225;p61"/>
          <p:cNvSpPr txBox="1"/>
          <p:nvPr>
            <p:ph idx="4294967295" type="subTitle"/>
          </p:nvPr>
        </p:nvSpPr>
        <p:spPr>
          <a:xfrm>
            <a:off x="6719375" y="3177350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atin typeface="Oranienbaum"/>
              </a:rPr>
              <a:t>evaluation.py (725 LOC)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6" name="Google Shape;1226;p61"/>
          <p:cNvSpPr/>
          <p:nvPr/>
        </p:nvSpPr>
        <p:spPr>
          <a:xfrm>
            <a:off x="720009" y="1706625"/>
            <a:ext cx="17046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latin typeface="Oranienbaum"/>
              </a:rPr>
              <a:t>SEARCH</a:t>
            </a:r>
            <a:endParaRPr b="1" sz="300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7" name="Google Shape;1227;p61"/>
          <p:cNvSpPr/>
          <p:nvPr/>
        </p:nvSpPr>
        <p:spPr>
          <a:xfrm>
            <a:off x="2719802" y="1706625"/>
            <a:ext cx="17046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latin typeface="Oranienbaum"/>
              </a:rPr>
              <a:t>EVAL</a:t>
            </a:r>
            <a:endParaRPr b="1" sz="300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8" name="Google Shape;1228;p61"/>
          <p:cNvSpPr/>
          <p:nvPr/>
        </p:nvSpPr>
        <p:spPr>
          <a:xfrm>
            <a:off x="4719595" y="1706625"/>
            <a:ext cx="17046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latin typeface="Oranienbaum"/>
              </a:rPr>
              <a:t>TUNING</a:t>
            </a:r>
            <a:endParaRPr b="1" sz="300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29" name="Google Shape;1229;p61"/>
          <p:cNvSpPr/>
          <p:nvPr/>
        </p:nvSpPr>
        <p:spPr>
          <a:xfrm>
            <a:off x="6719388" y="1706625"/>
            <a:ext cx="17046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latin typeface="Oranienbaum"/>
              </a:rPr>
              <a:t>UI</a:t>
            </a:r>
            <a:endParaRPr b="1" sz="3000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230" name="Google Shape;1230;p61"/>
          <p:cNvSpPr/>
          <p:nvPr/>
        </p:nvSpPr>
        <p:spPr>
          <a:xfrm>
            <a:off x="1482775" y="291835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61"/>
          <p:cNvSpPr/>
          <p:nvPr/>
        </p:nvSpPr>
        <p:spPr>
          <a:xfrm>
            <a:off x="3482550" y="291835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61"/>
          <p:cNvSpPr/>
          <p:nvPr/>
        </p:nvSpPr>
        <p:spPr>
          <a:xfrm>
            <a:off x="5482325" y="291835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61"/>
          <p:cNvSpPr/>
          <p:nvPr/>
        </p:nvSpPr>
        <p:spPr>
          <a:xfrm>
            <a:off x="7482100" y="291835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4" name="Google Shape;1234;p61"/>
          <p:cNvCxnSpPr>
            <a:stCxn id="1226" idx="3"/>
            <a:endCxn id="1227" idx="1"/>
          </p:cNvCxnSpPr>
          <p:nvPr/>
        </p:nvCxnSpPr>
        <p:spPr>
          <a:xfrm>
            <a:off x="2424609" y="2198625"/>
            <a:ext cx="295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61"/>
          <p:cNvCxnSpPr>
            <a:stCxn id="1227" idx="3"/>
            <a:endCxn id="1228" idx="1"/>
          </p:cNvCxnSpPr>
          <p:nvPr/>
        </p:nvCxnSpPr>
        <p:spPr>
          <a:xfrm>
            <a:off x="4424402" y="2198625"/>
            <a:ext cx="295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61"/>
          <p:cNvCxnSpPr>
            <a:stCxn id="1228" idx="3"/>
            <a:endCxn id="1229" idx="1"/>
          </p:cNvCxnSpPr>
          <p:nvPr/>
        </p:nvCxnSpPr>
        <p:spPr>
          <a:xfrm>
            <a:off x="6424195" y="2198625"/>
            <a:ext cx="295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6"/>
          <p:cNvSpPr txBox="1"/>
          <p:nvPr>
            <p:ph type="ctrTitle"/>
          </p:nvPr>
        </p:nvSpPr>
        <p:spPr>
          <a:xfrm>
            <a:off x="2178025" y="723700"/>
            <a:ext cx="4788000" cy="10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THANK YOU!</a:t>
            </a:r>
            <a:endParaRPr/>
          </a:p>
        </p:txBody>
      </p:sp>
      <p:sp>
        <p:nvSpPr>
          <p:cNvPr id="1332" name="Google Shape;1332;p66"/>
          <p:cNvSpPr txBox="1"/>
          <p:nvPr>
            <p:ph idx="1" type="subTitle"/>
          </p:nvPr>
        </p:nvSpPr>
        <p:spPr>
          <a:xfrm>
            <a:off x="2274425" y="2333150"/>
            <a:ext cx="45951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IT255 — Artificial Intelligence Mini Project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66"/>
          <p:cNvSpPr txBox="1"/>
          <p:nvPr>
            <p:ph idx="2" type="subTitle"/>
          </p:nvPr>
        </p:nvSpPr>
        <p:spPr>
          <a:xfrm>
            <a:off x="2274425" y="1704625"/>
            <a:ext cx="45951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QUESTIONS &amp; DISCUSSION</a:t>
            </a:r>
            <a:endParaRPr/>
          </a:p>
        </p:txBody>
      </p:sp>
      <p:grpSp>
        <p:nvGrpSpPr>
          <p:cNvPr id="1334" name="Google Shape;1334;p66"/>
          <p:cNvGrpSpPr/>
          <p:nvPr/>
        </p:nvGrpSpPr>
        <p:grpSpPr>
          <a:xfrm>
            <a:off x="1917138" y="1137288"/>
            <a:ext cx="897350" cy="179100"/>
            <a:chOff x="1456300" y="2782838"/>
            <a:chExt cx="897350" cy="179100"/>
          </a:xfrm>
        </p:grpSpPr>
        <p:sp>
          <p:nvSpPr>
            <p:cNvPr id="1335" name="Google Shape;1335;p66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6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6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66"/>
          <p:cNvGrpSpPr/>
          <p:nvPr/>
        </p:nvGrpSpPr>
        <p:grpSpPr>
          <a:xfrm>
            <a:off x="6329513" y="1137288"/>
            <a:ext cx="897350" cy="179100"/>
            <a:chOff x="1456300" y="2782838"/>
            <a:chExt cx="897350" cy="179100"/>
          </a:xfrm>
        </p:grpSpPr>
        <p:sp>
          <p:nvSpPr>
            <p:cNvPr id="1339" name="Google Shape;1339;p66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6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6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2" name="Google Shape;1342;p66"/>
          <p:cNvSpPr txBox="1"/>
          <p:nvPr/>
        </p:nvSpPr>
        <p:spPr>
          <a:xfrm>
            <a:off x="3072025" y="4245638"/>
            <a:ext cx="30000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Please keep this slide for attribution</a:t>
            </a:r>
            <a:endParaRPr b="1" sz="10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1343" name="Google Shape;1343;p66"/>
          <p:cNvGrpSpPr/>
          <p:nvPr/>
        </p:nvGrpSpPr>
        <p:grpSpPr>
          <a:xfrm>
            <a:off x="4376892" y="3347012"/>
            <a:ext cx="387661" cy="387661"/>
            <a:chOff x="1379798" y="1723250"/>
            <a:chExt cx="397887" cy="397887"/>
          </a:xfrm>
        </p:grpSpPr>
        <p:sp>
          <p:nvSpPr>
            <p:cNvPr id="1344" name="Google Shape;1344;p66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6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6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6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66"/>
          <p:cNvGrpSpPr/>
          <p:nvPr/>
        </p:nvGrpSpPr>
        <p:grpSpPr>
          <a:xfrm>
            <a:off x="3314771" y="3347012"/>
            <a:ext cx="387681" cy="387661"/>
            <a:chOff x="266768" y="1721375"/>
            <a:chExt cx="397907" cy="397887"/>
          </a:xfrm>
        </p:grpSpPr>
        <p:sp>
          <p:nvSpPr>
            <p:cNvPr id="1349" name="Google Shape;1349;p66"/>
            <p:cNvSpPr/>
            <p:nvPr/>
          </p:nvSpPr>
          <p:spPr>
            <a:xfrm>
              <a:off x="454843" y="1791037"/>
              <a:ext cx="136218" cy="328222"/>
            </a:xfrm>
            <a:custGeom>
              <a:rect b="b" l="l" r="r" t="t"/>
              <a:pathLst>
                <a:path extrusionOk="0" h="15727" w="65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6"/>
            <p:cNvSpPr/>
            <p:nvPr/>
          </p:nvSpPr>
          <p:spPr>
            <a:xfrm>
              <a:off x="266768" y="1721375"/>
              <a:ext cx="397907" cy="397887"/>
            </a:xfrm>
            <a:custGeom>
              <a:rect b="b" l="l" r="r" t="t"/>
              <a:pathLst>
                <a:path extrusionOk="0" h="19065" w="19066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1" name="Google Shape;1351;p66"/>
          <p:cNvGrpSpPr/>
          <p:nvPr/>
        </p:nvGrpSpPr>
        <p:grpSpPr>
          <a:xfrm>
            <a:off x="3845852" y="3347012"/>
            <a:ext cx="387641" cy="387661"/>
            <a:chOff x="864491" y="1723250"/>
            <a:chExt cx="397866" cy="397887"/>
          </a:xfrm>
        </p:grpSpPr>
        <p:sp>
          <p:nvSpPr>
            <p:cNvPr id="1352" name="Google Shape;1352;p66"/>
            <p:cNvSpPr/>
            <p:nvPr/>
          </p:nvSpPr>
          <p:spPr>
            <a:xfrm>
              <a:off x="935197" y="1793977"/>
              <a:ext cx="256451" cy="256430"/>
            </a:xfrm>
            <a:custGeom>
              <a:rect b="b" l="l" r="r" t="t"/>
              <a:pathLst>
                <a:path extrusionOk="0" h="12287" w="12288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6"/>
            <p:cNvSpPr/>
            <p:nvPr/>
          </p:nvSpPr>
          <p:spPr>
            <a:xfrm>
              <a:off x="1005109" y="1863910"/>
              <a:ext cx="116622" cy="116559"/>
            </a:xfrm>
            <a:custGeom>
              <a:rect b="b" l="l" r="r" t="t"/>
              <a:pathLst>
                <a:path extrusionOk="0" h="5585" w="5588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6"/>
            <p:cNvSpPr/>
            <p:nvPr/>
          </p:nvSpPr>
          <p:spPr>
            <a:xfrm>
              <a:off x="864491" y="1723250"/>
              <a:ext cx="397866" cy="397887"/>
            </a:xfrm>
            <a:custGeom>
              <a:rect b="b" l="l" r="r" t="t"/>
              <a:pathLst>
                <a:path extrusionOk="0" h="19065" w="19064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5" name="Google Shape;1355;p66"/>
          <p:cNvSpPr/>
          <p:nvPr/>
        </p:nvSpPr>
        <p:spPr>
          <a:xfrm>
            <a:off x="4907952" y="3382240"/>
            <a:ext cx="388846" cy="317145"/>
          </a:xfrm>
          <a:custGeom>
            <a:rect b="b" l="l" r="r" t="t"/>
            <a:pathLst>
              <a:path extrusionOk="0" h="15596" w="19122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6" name="Google Shape;1356;p66"/>
          <p:cNvGrpSpPr/>
          <p:nvPr/>
        </p:nvGrpSpPr>
        <p:grpSpPr>
          <a:xfrm>
            <a:off x="5440204" y="3346360"/>
            <a:ext cx="388966" cy="388966"/>
            <a:chOff x="1190625" y="238125"/>
            <a:chExt cx="5235075" cy="5235075"/>
          </a:xfrm>
        </p:grpSpPr>
        <p:sp>
          <p:nvSpPr>
            <p:cNvPr id="1357" name="Google Shape;1357;p66"/>
            <p:cNvSpPr/>
            <p:nvPr/>
          </p:nvSpPr>
          <p:spPr>
            <a:xfrm>
              <a:off x="2315100" y="1168900"/>
              <a:ext cx="2952100" cy="3373700"/>
            </a:xfrm>
            <a:custGeom>
              <a:rect b="b" l="l" r="r" t="t"/>
              <a:pathLst>
                <a:path extrusionOk="0" h="134948" w="118084">
                  <a:moveTo>
                    <a:pt x="69703" y="1"/>
                  </a:moveTo>
                  <a:cubicBezTo>
                    <a:pt x="69732" y="18483"/>
                    <a:pt x="69791" y="73192"/>
                    <a:pt x="69614" y="94277"/>
                  </a:cubicBezTo>
                  <a:cubicBezTo>
                    <a:pt x="69555" y="101848"/>
                    <a:pt x="66627" y="108827"/>
                    <a:pt x="61393" y="113914"/>
                  </a:cubicBezTo>
                  <a:cubicBezTo>
                    <a:pt x="56291" y="118871"/>
                    <a:pt x="49391" y="121638"/>
                    <a:pt x="41981" y="121638"/>
                  </a:cubicBezTo>
                  <a:cubicBezTo>
                    <a:pt x="41788" y="121638"/>
                    <a:pt x="41595" y="121636"/>
                    <a:pt x="41402" y="121632"/>
                  </a:cubicBezTo>
                  <a:cubicBezTo>
                    <a:pt x="26527" y="121336"/>
                    <a:pt x="14462" y="109005"/>
                    <a:pt x="14491" y="94159"/>
                  </a:cubicBezTo>
                  <a:cubicBezTo>
                    <a:pt x="14491" y="82094"/>
                    <a:pt x="22387" y="71477"/>
                    <a:pt x="33950" y="67988"/>
                  </a:cubicBezTo>
                  <a:lnTo>
                    <a:pt x="33861" y="54473"/>
                  </a:lnTo>
                  <a:cubicBezTo>
                    <a:pt x="25522" y="56070"/>
                    <a:pt x="17360" y="60949"/>
                    <a:pt x="11238" y="68224"/>
                  </a:cubicBezTo>
                  <a:cubicBezTo>
                    <a:pt x="3401" y="77480"/>
                    <a:pt x="1" y="88984"/>
                    <a:pt x="1864" y="99837"/>
                  </a:cubicBezTo>
                  <a:cubicBezTo>
                    <a:pt x="3668" y="109951"/>
                    <a:pt x="8961" y="119148"/>
                    <a:pt x="16857" y="125772"/>
                  </a:cubicBezTo>
                  <a:cubicBezTo>
                    <a:pt x="23901" y="131741"/>
                    <a:pt x="32192" y="134947"/>
                    <a:pt x="40396" y="134947"/>
                  </a:cubicBezTo>
                  <a:cubicBezTo>
                    <a:pt x="41215" y="134947"/>
                    <a:pt x="42034" y="134915"/>
                    <a:pt x="42851" y="134851"/>
                  </a:cubicBezTo>
                  <a:cubicBezTo>
                    <a:pt x="66893" y="133017"/>
                    <a:pt x="82508" y="116634"/>
                    <a:pt x="82596" y="93183"/>
                  </a:cubicBezTo>
                  <a:lnTo>
                    <a:pt x="82626" y="43738"/>
                  </a:lnTo>
                  <a:cubicBezTo>
                    <a:pt x="82626" y="40066"/>
                    <a:pt x="85620" y="37517"/>
                    <a:pt x="88833" y="37517"/>
                  </a:cubicBezTo>
                  <a:cubicBezTo>
                    <a:pt x="90045" y="37517"/>
                    <a:pt x="91289" y="37880"/>
                    <a:pt x="92414" y="38681"/>
                  </a:cubicBezTo>
                  <a:cubicBezTo>
                    <a:pt x="100014" y="44064"/>
                    <a:pt x="111163" y="46104"/>
                    <a:pt x="118083" y="46873"/>
                  </a:cubicBezTo>
                  <a:lnTo>
                    <a:pt x="118083" y="34127"/>
                  </a:lnTo>
                  <a:cubicBezTo>
                    <a:pt x="112405" y="32530"/>
                    <a:pt x="106432" y="30697"/>
                    <a:pt x="101197" y="27503"/>
                  </a:cubicBezTo>
                  <a:cubicBezTo>
                    <a:pt x="91320" y="21441"/>
                    <a:pt x="85228" y="12214"/>
                    <a:pt x="83069" y="30"/>
                  </a:cubicBezTo>
                  <a:lnTo>
                    <a:pt x="830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6"/>
            <p:cNvSpPr/>
            <p:nvPr/>
          </p:nvSpPr>
          <p:spPr>
            <a:xfrm>
              <a:off x="1190625" y="238125"/>
              <a:ext cx="5235075" cy="5235075"/>
            </a:xfrm>
            <a:custGeom>
              <a:rect b="b" l="l" r="r" t="t"/>
              <a:pathLst>
                <a:path extrusionOk="0" h="209403" w="209403">
                  <a:moveTo>
                    <a:pt x="108469" y="24836"/>
                  </a:moveTo>
                  <a:cubicBezTo>
                    <a:pt x="108549" y="24836"/>
                    <a:pt x="108628" y="24838"/>
                    <a:pt x="108708" y="24841"/>
                  </a:cubicBezTo>
                  <a:lnTo>
                    <a:pt x="132248" y="24841"/>
                  </a:lnTo>
                  <a:cubicBezTo>
                    <a:pt x="132267" y="24841"/>
                    <a:pt x="132287" y="24841"/>
                    <a:pt x="132306" y="24841"/>
                  </a:cubicBezTo>
                  <a:cubicBezTo>
                    <a:pt x="136154" y="24841"/>
                    <a:pt x="139377" y="27758"/>
                    <a:pt x="139789" y="31583"/>
                  </a:cubicBezTo>
                  <a:cubicBezTo>
                    <a:pt x="140794" y="42082"/>
                    <a:pt x="144993" y="49445"/>
                    <a:pt x="152653" y="54147"/>
                  </a:cubicBezTo>
                  <a:cubicBezTo>
                    <a:pt x="156556" y="56542"/>
                    <a:pt x="161406" y="57991"/>
                    <a:pt x="166463" y="59411"/>
                  </a:cubicBezTo>
                  <a:cubicBezTo>
                    <a:pt x="167557" y="59736"/>
                    <a:pt x="168651" y="59973"/>
                    <a:pt x="169775" y="60150"/>
                  </a:cubicBezTo>
                  <a:cubicBezTo>
                    <a:pt x="173028" y="60357"/>
                    <a:pt x="175512" y="63078"/>
                    <a:pt x="175453" y="66331"/>
                  </a:cubicBezTo>
                  <a:lnTo>
                    <a:pt x="175453" y="90787"/>
                  </a:lnTo>
                  <a:cubicBezTo>
                    <a:pt x="175453" y="92414"/>
                    <a:pt x="174802" y="94011"/>
                    <a:pt x="173620" y="95194"/>
                  </a:cubicBezTo>
                  <a:cubicBezTo>
                    <a:pt x="172462" y="96322"/>
                    <a:pt x="170909" y="96969"/>
                    <a:pt x="169292" y="96969"/>
                  </a:cubicBezTo>
                  <a:cubicBezTo>
                    <a:pt x="169256" y="96969"/>
                    <a:pt x="169220" y="96969"/>
                    <a:pt x="169184" y="96968"/>
                  </a:cubicBezTo>
                  <a:cubicBezTo>
                    <a:pt x="168444" y="96968"/>
                    <a:pt x="154871" y="96702"/>
                    <a:pt x="141888" y="91970"/>
                  </a:cubicBezTo>
                  <a:cubicBezTo>
                    <a:pt x="141720" y="91905"/>
                    <a:pt x="141550" y="91875"/>
                    <a:pt x="141384" y="91875"/>
                  </a:cubicBezTo>
                  <a:cubicBezTo>
                    <a:pt x="140646" y="91875"/>
                    <a:pt x="139996" y="92474"/>
                    <a:pt x="139996" y="93271"/>
                  </a:cubicBezTo>
                  <a:lnTo>
                    <a:pt x="139966" y="130444"/>
                  </a:lnTo>
                  <a:cubicBezTo>
                    <a:pt x="139848" y="160371"/>
                    <a:pt x="119265" y="182077"/>
                    <a:pt x="88776" y="184443"/>
                  </a:cubicBezTo>
                  <a:cubicBezTo>
                    <a:pt x="87653" y="184532"/>
                    <a:pt x="86529" y="184561"/>
                    <a:pt x="85405" y="184561"/>
                  </a:cubicBezTo>
                  <a:cubicBezTo>
                    <a:pt x="61481" y="184561"/>
                    <a:pt x="39095" y="164896"/>
                    <a:pt x="34629" y="139168"/>
                  </a:cubicBezTo>
                  <a:cubicBezTo>
                    <a:pt x="32116" y="124707"/>
                    <a:pt x="36522" y="109507"/>
                    <a:pt x="46724" y="97441"/>
                  </a:cubicBezTo>
                  <a:cubicBezTo>
                    <a:pt x="56803" y="85541"/>
                    <a:pt x="70647" y="78721"/>
                    <a:pt x="84747" y="78721"/>
                  </a:cubicBezTo>
                  <a:cubicBezTo>
                    <a:pt x="84839" y="78721"/>
                    <a:pt x="84930" y="78721"/>
                    <a:pt x="85021" y="78722"/>
                  </a:cubicBezTo>
                  <a:cubicBezTo>
                    <a:pt x="88392" y="78722"/>
                    <a:pt x="91142" y="81472"/>
                    <a:pt x="91172" y="84873"/>
                  </a:cubicBezTo>
                  <a:lnTo>
                    <a:pt x="91349" y="108856"/>
                  </a:lnTo>
                  <a:cubicBezTo>
                    <a:pt x="91349" y="112641"/>
                    <a:pt x="88658" y="116013"/>
                    <a:pt x="84902" y="116545"/>
                  </a:cubicBezTo>
                  <a:cubicBezTo>
                    <a:pt x="77125" y="117580"/>
                    <a:pt x="71447" y="124441"/>
                    <a:pt x="71890" y="132277"/>
                  </a:cubicBezTo>
                  <a:cubicBezTo>
                    <a:pt x="72334" y="140114"/>
                    <a:pt x="78751" y="146295"/>
                    <a:pt x="86618" y="146443"/>
                  </a:cubicBezTo>
                  <a:cubicBezTo>
                    <a:pt x="86736" y="146445"/>
                    <a:pt x="86855" y="146446"/>
                    <a:pt x="86973" y="146446"/>
                  </a:cubicBezTo>
                  <a:cubicBezTo>
                    <a:pt x="91096" y="146446"/>
                    <a:pt x="94919" y="144946"/>
                    <a:pt x="97707" y="142243"/>
                  </a:cubicBezTo>
                  <a:cubicBezTo>
                    <a:pt x="100605" y="139434"/>
                    <a:pt x="102143" y="135619"/>
                    <a:pt x="102173" y="131390"/>
                  </a:cubicBezTo>
                  <a:cubicBezTo>
                    <a:pt x="102380" y="106047"/>
                    <a:pt x="102291" y="31790"/>
                    <a:pt x="102291" y="31051"/>
                  </a:cubicBezTo>
                  <a:cubicBezTo>
                    <a:pt x="102291" y="28419"/>
                    <a:pt x="103917" y="26083"/>
                    <a:pt x="106401" y="25196"/>
                  </a:cubicBezTo>
                  <a:cubicBezTo>
                    <a:pt x="107067" y="24956"/>
                    <a:pt x="107756" y="24836"/>
                    <a:pt x="108469" y="24836"/>
                  </a:cubicBezTo>
                  <a:close/>
                  <a:moveTo>
                    <a:pt x="33831" y="0"/>
                  </a:moveTo>
                  <a:cubicBezTo>
                    <a:pt x="15141" y="0"/>
                    <a:pt x="0" y="15141"/>
                    <a:pt x="0" y="33831"/>
                  </a:cubicBezTo>
                  <a:lnTo>
                    <a:pt x="0" y="175601"/>
                  </a:lnTo>
                  <a:cubicBezTo>
                    <a:pt x="0" y="194261"/>
                    <a:pt x="15141" y="209402"/>
                    <a:pt x="33831" y="209402"/>
                  </a:cubicBezTo>
                  <a:lnTo>
                    <a:pt x="175601" y="209402"/>
                  </a:lnTo>
                  <a:cubicBezTo>
                    <a:pt x="194261" y="209402"/>
                    <a:pt x="209402" y="194261"/>
                    <a:pt x="209402" y="175601"/>
                  </a:cubicBezTo>
                  <a:lnTo>
                    <a:pt x="209402" y="33831"/>
                  </a:lnTo>
                  <a:cubicBezTo>
                    <a:pt x="209402" y="15141"/>
                    <a:pt x="194261" y="0"/>
                    <a:pt x="175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merican Chess Day by Slidesgo">
  <a:themeElements>
    <a:clrScheme name="Simple Light">
      <a:dk1>
        <a:srgbClr val="523E32"/>
      </a:dk1>
      <a:lt1>
        <a:srgbClr val="816353"/>
      </a:lt1>
      <a:dk2>
        <a:srgbClr val="719972"/>
      </a:dk2>
      <a:lt2>
        <a:srgbClr val="F7F0E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23E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