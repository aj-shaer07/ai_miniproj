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Proxima Nova"/>
      <p:regular r:id="rId64"/>
      <p:bold r:id="rId65"/>
      <p:italic r:id="rId66"/>
      <p:boldItalic r:id="rId67"/>
    </p:embeddedFont>
    <p:embeddedFont>
      <p:font typeface="Roboto Medium"/>
      <p:regular r:id="rId68"/>
      <p:bold r:id="rId69"/>
      <p:italic r:id="rId70"/>
      <p:boldItalic r:id="rId71"/>
    </p:embeddedFont>
    <p:embeddedFont>
      <p:font typeface="Oranienbaum"/>
      <p:regular r:id="rId72"/>
    </p:embeddedFont>
    <p:embeddedFont>
      <p:font typeface="Amatic SC"/>
      <p:regular r:id="rId73"/>
      <p:bold r:id="rId74"/>
    </p:embeddedFont>
    <p:embeddedFont>
      <p:font typeface="Anaheim"/>
      <p:regular r:id="rId75"/>
      <p:bold r:id="rId76"/>
    </p:embeddedFont>
    <p:embeddedFont>
      <p:font typeface="Proxima Nova Semibold"/>
      <p:regular r:id="rId77"/>
      <p:bold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ACCF95-E27B-405A-B622-93872FDC941D}">
  <a:tblStyle styleId="{4FACCF95-E27B-405A-B622-93872FDC94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64" Type="http://schemas.openxmlformats.org/officeDocument/2006/relationships/font" Target="fonts/ProximaNova-regular.fntdata"/><Relationship Id="rId65" Type="http://schemas.openxmlformats.org/officeDocument/2006/relationships/font" Target="fonts/ProximaNova-bold.fntdata"/><Relationship Id="rId66" Type="http://schemas.openxmlformats.org/officeDocument/2006/relationships/font" Target="fonts/ProximaNova-italic.fntdata"/><Relationship Id="rId67" Type="http://schemas.openxmlformats.org/officeDocument/2006/relationships/font" Target="fonts/ProximaNova-boldItalic.fntdata"/><Relationship Id="rId68" Type="http://schemas.openxmlformats.org/officeDocument/2006/relationships/font" Target="fonts/RobotoMedium-regular.fntdata"/><Relationship Id="rId69" Type="http://schemas.openxmlformats.org/officeDocument/2006/relationships/font" Target="fonts/RobotoMedium-bold.fntdata"/><Relationship Id="rId70" Type="http://schemas.openxmlformats.org/officeDocument/2006/relationships/font" Target="fonts/RobotoMedium-italic.fntdata"/><Relationship Id="rId71" Type="http://schemas.openxmlformats.org/officeDocument/2006/relationships/font" Target="fonts/RobotoMedium-boldItalic.fntdata"/><Relationship Id="rId72" Type="http://schemas.openxmlformats.org/officeDocument/2006/relationships/font" Target="fonts/Oranienbaum-regular.fntdata"/><Relationship Id="rId73" Type="http://schemas.openxmlformats.org/officeDocument/2006/relationships/font" Target="fonts/AmaticSC-regular.fntdata"/><Relationship Id="rId74" Type="http://schemas.openxmlformats.org/officeDocument/2006/relationships/font" Target="fonts/AmaticSC-bold.fntdata"/><Relationship Id="rId75" Type="http://schemas.openxmlformats.org/officeDocument/2006/relationships/font" Target="fonts/Anaheim-regular.fntdata"/><Relationship Id="rId76" Type="http://schemas.openxmlformats.org/officeDocument/2006/relationships/font" Target="fonts/Anaheim-bold.fntdata"/><Relationship Id="rId77" Type="http://schemas.openxmlformats.org/officeDocument/2006/relationships/font" Target="fonts/ProximaNovaSemibold-regular.fntdata"/><Relationship Id="rId78" Type="http://schemas.openxmlformats.org/officeDocument/2006/relationships/font" Target="fonts/ProximaNovaSemibold-bold.fntdata"/><Relationship Id="rId79" Type="http://schemas.openxmlformats.org/officeDocument/2006/relationships/font" Target="fonts/ProximaNova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35c3613c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e35c3613c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35c3613c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e35c3613c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e2b3de137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e2b3de13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e35c3613c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e35c3613c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e2b3de137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e2b3de137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e35c3613c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e35c3613c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e2b3de137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e2b3de137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e2b3de137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e2b3de137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e2b3de137c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e2b3de137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e2b3de137c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e2b3de137c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e2b3de137c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e2b3de137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e2b3de137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e2b3de137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e2b3de137c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e2b3de137c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e2b3de137c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e2b3de137c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e2b3de137c_0_19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e2b3de137c_0_19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e2b3de137c_0_19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e2b3de137c_0_19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e2b3de137c_0_19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e2b3de137c_0_19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e2b3de137c_0_19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e2b3de137c_0_19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e2b3de137c_0_19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e2b3de137c_0_19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e2b3de137c_0_19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e2b3de137c_0_19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e2b3de137c_0_19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e2b3de137c_0_19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e2b3de137c_0_19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e2b3de137c_0_19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e2b3de137c_0_19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e2b3de137c_0_19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e2b3de137c_0_19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e2b3de137c_0_19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e2b3de137c_0_19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e2b3de137c_0_19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e2b3de137c_0_19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e2b3de137c_0_19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e2b3de137c_0_19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e2b3de137c_0_19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e2b3de137c_0_20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e2b3de137c_0_20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e35c3613c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e35c3613c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e2b3de137c_0_9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e2b3de137c_0_9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e2b3de137c_0_9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6" name="Google Shape;1556;ge2b3de137c_0_9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e2b3de137c_0_9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e2b3de137c_0_9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e2b3de137c_0_9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7" name="Google Shape;1587;ge2b3de137c_0_9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5" name="Shape 6085"/>
        <p:cNvGrpSpPr/>
        <p:nvPr/>
      </p:nvGrpSpPr>
      <p:grpSpPr>
        <a:xfrm>
          <a:off x="0" y="0"/>
          <a:ext cx="0" cy="0"/>
          <a:chOff x="0" y="0"/>
          <a:chExt cx="0" cy="0"/>
        </a:xfrm>
      </p:grpSpPr>
      <p:sp>
        <p:nvSpPr>
          <p:cNvPr id="6086" name="Google Shape;6086;ge2b3de137c_0_14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7" name="Google Shape;6087;ge2b3de137c_0_14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82840" y="1523850"/>
            <a:ext cx="2298696" cy="5825846"/>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6562465" y="1523850"/>
            <a:ext cx="2298696" cy="5825846"/>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2178025" y="1180900"/>
            <a:ext cx="4788000" cy="22443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7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2274425" y="3461900"/>
            <a:ext cx="4595100" cy="500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p:nvPr/>
        </p:nvSpPr>
        <p:spPr>
          <a:xfrm>
            <a:off x="2132799" y="1034101"/>
            <a:ext cx="2582312" cy="5801740"/>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10800000">
            <a:off x="562674" y="-1388749"/>
            <a:ext cx="2582312" cy="5801740"/>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ph type="title"/>
          </p:nvPr>
        </p:nvSpPr>
        <p:spPr>
          <a:xfrm>
            <a:off x="4820350" y="2659450"/>
            <a:ext cx="31854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b="1" sz="4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 name="Google Shape;22;p3"/>
          <p:cNvSpPr txBox="1"/>
          <p:nvPr>
            <p:ph hasCustomPrompt="1" idx="2" type="title"/>
          </p:nvPr>
        </p:nvSpPr>
        <p:spPr>
          <a:xfrm>
            <a:off x="4820350" y="887025"/>
            <a:ext cx="3185400" cy="1963500"/>
          </a:xfrm>
          <a:prstGeom prst="rect">
            <a:avLst/>
          </a:prstGeom>
        </p:spPr>
        <p:txBody>
          <a:bodyPr anchorCtr="0" anchor="b" bIns="91425" lIns="91425" spcFirstLastPara="1" rIns="91425" wrap="square" tIns="91425">
            <a:noAutofit/>
          </a:bodyPr>
          <a:lstStyle>
            <a:lvl1pPr lvl="0" rtl="0">
              <a:spcBef>
                <a:spcPts val="0"/>
              </a:spcBef>
              <a:spcAft>
                <a:spcPts val="0"/>
              </a:spcAft>
              <a:buSzPts val="12000"/>
              <a:buNone/>
              <a:defRPr sz="120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3" name="Google Shape;23;p3"/>
          <p:cNvSpPr txBox="1"/>
          <p:nvPr>
            <p:ph idx="1" type="subTitle"/>
          </p:nvPr>
        </p:nvSpPr>
        <p:spPr>
          <a:xfrm>
            <a:off x="5140600" y="3499575"/>
            <a:ext cx="2544900" cy="7569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4" name="Google Shape;24;p3"/>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1" name="Google Shape;31;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AutoNum type="arabicPeriod"/>
              <a:defRPr sz="1250"/>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32" name="Google Shape;32;p4"/>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5"/>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0" name="Google Shape;40;p5"/>
          <p:cNvSpPr txBox="1"/>
          <p:nvPr>
            <p:ph idx="1" type="subTitle"/>
          </p:nvPr>
        </p:nvSpPr>
        <p:spPr>
          <a:xfrm>
            <a:off x="1359850" y="3433125"/>
            <a:ext cx="2887200" cy="1113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a:lvl1pPr>
            <a:lvl2pPr lvl="1" algn="ctr">
              <a:spcBef>
                <a:spcPts val="0"/>
              </a:spcBef>
              <a:spcAft>
                <a:spcPts val="0"/>
              </a:spcAft>
              <a:buSzPts val="1600"/>
              <a:buNone/>
              <a:defRPr/>
            </a:lvl2pPr>
            <a:lvl3pPr lvl="2" algn="ctr">
              <a:spcBef>
                <a:spcPts val="0"/>
              </a:spcBef>
              <a:spcAft>
                <a:spcPts val="0"/>
              </a:spcAft>
              <a:buSzPts val="1600"/>
              <a:buNone/>
              <a:defRPr/>
            </a:lvl3pPr>
            <a:lvl4pPr lvl="3" algn="ctr">
              <a:spcBef>
                <a:spcPts val="0"/>
              </a:spcBef>
              <a:spcAft>
                <a:spcPts val="0"/>
              </a:spcAft>
              <a:buSzPts val="1600"/>
              <a:buNone/>
              <a:defRPr/>
            </a:lvl4pPr>
            <a:lvl5pPr lvl="4" algn="ctr">
              <a:spcBef>
                <a:spcPts val="0"/>
              </a:spcBef>
              <a:spcAft>
                <a:spcPts val="0"/>
              </a:spcAft>
              <a:buSzPts val="1600"/>
              <a:buNone/>
              <a:defRPr/>
            </a:lvl5pPr>
            <a:lvl6pPr lvl="5" algn="ctr">
              <a:spcBef>
                <a:spcPts val="0"/>
              </a:spcBef>
              <a:spcAft>
                <a:spcPts val="0"/>
              </a:spcAft>
              <a:buSzPts val="1600"/>
              <a:buNone/>
              <a:defRPr/>
            </a:lvl6pPr>
            <a:lvl7pPr lvl="6" algn="ctr">
              <a:spcBef>
                <a:spcPts val="0"/>
              </a:spcBef>
              <a:spcAft>
                <a:spcPts val="0"/>
              </a:spcAft>
              <a:buSzPts val="1600"/>
              <a:buNone/>
              <a:defRPr/>
            </a:lvl7pPr>
            <a:lvl8pPr lvl="7" algn="ctr">
              <a:spcBef>
                <a:spcPts val="0"/>
              </a:spcBef>
              <a:spcAft>
                <a:spcPts val="0"/>
              </a:spcAft>
              <a:buSzPts val="1600"/>
              <a:buNone/>
              <a:defRPr/>
            </a:lvl8pPr>
            <a:lvl9pPr lvl="8" algn="ctr">
              <a:spcBef>
                <a:spcPts val="0"/>
              </a:spcBef>
              <a:spcAft>
                <a:spcPts val="0"/>
              </a:spcAft>
              <a:buSzPts val="1600"/>
              <a:buNone/>
              <a:defRPr/>
            </a:lvl9pPr>
          </a:lstStyle>
          <a:p/>
        </p:txBody>
      </p:sp>
      <p:sp>
        <p:nvSpPr>
          <p:cNvPr id="41" name="Google Shape;41;p5"/>
          <p:cNvSpPr txBox="1"/>
          <p:nvPr>
            <p:ph idx="2" type="subTitle"/>
          </p:nvPr>
        </p:nvSpPr>
        <p:spPr>
          <a:xfrm>
            <a:off x="1618413" y="28985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42" name="Google Shape;42;p5"/>
          <p:cNvSpPr txBox="1"/>
          <p:nvPr>
            <p:ph idx="3" type="subTitle"/>
          </p:nvPr>
        </p:nvSpPr>
        <p:spPr>
          <a:xfrm>
            <a:off x="4897050" y="3433125"/>
            <a:ext cx="2887200" cy="111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43" name="Google Shape;43;p5"/>
          <p:cNvSpPr txBox="1"/>
          <p:nvPr>
            <p:ph idx="4" type="subTitle"/>
          </p:nvPr>
        </p:nvSpPr>
        <p:spPr>
          <a:xfrm>
            <a:off x="5155588" y="28985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44" name="Google Shape;44;p5"/>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50" name="Google Shape;50;p6"/>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7"/>
          <p:cNvSpPr txBox="1"/>
          <p:nvPr>
            <p:ph idx="1" type="body"/>
          </p:nvPr>
        </p:nvSpPr>
        <p:spPr>
          <a:xfrm>
            <a:off x="720000" y="1692550"/>
            <a:ext cx="4655400" cy="237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a:lvl1pPr>
            <a:lvl2pPr indent="-317500" lvl="1" marL="914400">
              <a:spcBef>
                <a:spcPts val="0"/>
              </a:spcBef>
              <a:spcAft>
                <a:spcPts val="0"/>
              </a:spcAft>
              <a:buClr>
                <a:srgbClr val="595959"/>
              </a:buClr>
              <a:buSzPts val="1400"/>
              <a:buAutoNum type="alphaLcPeriod"/>
              <a:defRPr/>
            </a:lvl2pPr>
            <a:lvl3pPr indent="-317500" lvl="2" marL="1371600">
              <a:spcBef>
                <a:spcPts val="0"/>
              </a:spcBef>
              <a:spcAft>
                <a:spcPts val="0"/>
              </a:spcAft>
              <a:buClr>
                <a:srgbClr val="595959"/>
              </a:buClr>
              <a:buSzPts val="1400"/>
              <a:buAutoNum type="romanLcPeriod"/>
              <a:defRPr/>
            </a:lvl3pPr>
            <a:lvl4pPr indent="-317500" lvl="3" marL="1828800">
              <a:spcBef>
                <a:spcPts val="0"/>
              </a:spcBef>
              <a:spcAft>
                <a:spcPts val="0"/>
              </a:spcAft>
              <a:buClr>
                <a:srgbClr val="595959"/>
              </a:buClr>
              <a:buSzPts val="1400"/>
              <a:buAutoNum type="arabicPeriod"/>
              <a:defRPr/>
            </a:lvl4pPr>
            <a:lvl5pPr indent="-317500" lvl="4" marL="2286000">
              <a:spcBef>
                <a:spcPts val="0"/>
              </a:spcBef>
              <a:spcAft>
                <a:spcPts val="0"/>
              </a:spcAft>
              <a:buClr>
                <a:srgbClr val="595959"/>
              </a:buClr>
              <a:buSzPts val="1400"/>
              <a:buAutoNum type="alphaLcPeriod"/>
              <a:defRPr/>
            </a:lvl5pPr>
            <a:lvl6pPr indent="-317500" lvl="5" marL="2743200">
              <a:spcBef>
                <a:spcPts val="0"/>
              </a:spcBef>
              <a:spcAft>
                <a:spcPts val="0"/>
              </a:spcAft>
              <a:buClr>
                <a:srgbClr val="595959"/>
              </a:buClr>
              <a:buSzPts val="1400"/>
              <a:buAutoNum type="romanLcPeriod"/>
              <a:defRPr/>
            </a:lvl6pPr>
            <a:lvl7pPr indent="-317500" lvl="6" marL="3200400">
              <a:spcBef>
                <a:spcPts val="0"/>
              </a:spcBef>
              <a:spcAft>
                <a:spcPts val="0"/>
              </a:spcAft>
              <a:buClr>
                <a:srgbClr val="595959"/>
              </a:buClr>
              <a:buSzPts val="1400"/>
              <a:buAutoNum type="arabicPeriod"/>
              <a:defRPr/>
            </a:lvl7pPr>
            <a:lvl8pPr indent="-317500" lvl="7" marL="3657600">
              <a:spcBef>
                <a:spcPts val="0"/>
              </a:spcBef>
              <a:spcAft>
                <a:spcPts val="0"/>
              </a:spcAft>
              <a:buClr>
                <a:srgbClr val="595959"/>
              </a:buClr>
              <a:buSzPts val="1400"/>
              <a:buAutoNum type="alphaLcPeriod"/>
              <a:defRPr/>
            </a:lvl8pPr>
            <a:lvl9pPr indent="-317500" lvl="8" marL="4114800">
              <a:spcBef>
                <a:spcPts val="0"/>
              </a:spcBef>
              <a:spcAft>
                <a:spcPts val="0"/>
              </a:spcAft>
              <a:buClr>
                <a:srgbClr val="595959"/>
              </a:buClr>
              <a:buSzPts val="1400"/>
              <a:buAutoNum type="romanLcPeriod"/>
              <a:defRPr/>
            </a:lvl9pPr>
          </a:lstStyle>
          <a:p/>
        </p:txBody>
      </p:sp>
      <p:grpSp>
        <p:nvGrpSpPr>
          <p:cNvPr id="57" name="Google Shape;57;p7"/>
          <p:cNvGrpSpPr/>
          <p:nvPr/>
        </p:nvGrpSpPr>
        <p:grpSpPr>
          <a:xfrm>
            <a:off x="116074" y="58479"/>
            <a:ext cx="8921627" cy="5033415"/>
            <a:chOff x="116074" y="58479"/>
            <a:chExt cx="8921627" cy="5033415"/>
          </a:xfrm>
        </p:grpSpPr>
        <p:sp>
          <p:nvSpPr>
            <p:cNvPr id="58" name="Google Shape;58;p7"/>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 name="Shape 64"/>
        <p:cNvGrpSpPr/>
        <p:nvPr/>
      </p:nvGrpSpPr>
      <p:grpSpPr>
        <a:xfrm>
          <a:off x="0" y="0"/>
          <a:ext cx="0" cy="0"/>
          <a:chOff x="0" y="0"/>
          <a:chExt cx="0" cy="0"/>
        </a:xfrm>
      </p:grpSpPr>
      <p:grpSp>
        <p:nvGrpSpPr>
          <p:cNvPr id="65" name="Google Shape;65;p8"/>
          <p:cNvGrpSpPr/>
          <p:nvPr/>
        </p:nvGrpSpPr>
        <p:grpSpPr>
          <a:xfrm>
            <a:off x="209625" y="144000"/>
            <a:ext cx="8724275" cy="4855625"/>
            <a:chOff x="209625" y="144000"/>
            <a:chExt cx="8724275" cy="4855625"/>
          </a:xfrm>
        </p:grpSpPr>
        <p:sp>
          <p:nvSpPr>
            <p:cNvPr id="66" name="Google Shape;66;p8"/>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8"/>
          <p:cNvSpPr txBox="1"/>
          <p:nvPr>
            <p:ph type="title"/>
          </p:nvPr>
        </p:nvSpPr>
        <p:spPr>
          <a:xfrm>
            <a:off x="1388100" y="930075"/>
            <a:ext cx="6367800" cy="32835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87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p9"/>
          <p:cNvSpPr/>
          <p:nvPr/>
        </p:nvSpPr>
        <p:spPr>
          <a:xfrm>
            <a:off x="3904176" y="540000"/>
            <a:ext cx="2529280" cy="6410354"/>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rot="-5400000">
            <a:off x="6565639" y="140623"/>
            <a:ext cx="1498325" cy="2218378"/>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rot="10800000">
            <a:off x="3260709" y="-313806"/>
            <a:ext cx="1242832" cy="2608847"/>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6345932" y="2088501"/>
            <a:ext cx="1937723" cy="4353526"/>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flipH="1" rot="5400000">
            <a:off x="1080039" y="140623"/>
            <a:ext cx="1498325" cy="2218378"/>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txBox="1"/>
          <p:nvPr>
            <p:ph type="title"/>
          </p:nvPr>
        </p:nvSpPr>
        <p:spPr>
          <a:xfrm>
            <a:off x="720000" y="2310300"/>
            <a:ext cx="4045200" cy="1482300"/>
          </a:xfrm>
          <a:prstGeom prst="rect">
            <a:avLst/>
          </a:prstGeom>
        </p:spPr>
        <p:txBody>
          <a:bodyPr anchorCtr="0" anchor="b" bIns="91425" lIns="91425" spcFirstLastPara="1" rIns="91425" wrap="square" tIns="91425">
            <a:noAutofit/>
          </a:bodyPr>
          <a:lstStyle>
            <a:lvl1pPr lvl="0" algn="l">
              <a:spcBef>
                <a:spcPts val="0"/>
              </a:spcBef>
              <a:spcAft>
                <a:spcPts val="0"/>
              </a:spcAft>
              <a:buSzPts val="4200"/>
              <a:buNone/>
              <a:defRPr sz="81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9" name="Google Shape;79;p9"/>
          <p:cNvSpPr txBox="1"/>
          <p:nvPr>
            <p:ph idx="1" type="subTitle"/>
          </p:nvPr>
        </p:nvSpPr>
        <p:spPr>
          <a:xfrm>
            <a:off x="720000" y="3651600"/>
            <a:ext cx="3475200" cy="95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0" name="Google Shape;80;p9"/>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1"/>
        </a:solidFill>
      </p:bgPr>
    </p:bg>
    <p:spTree>
      <p:nvGrpSpPr>
        <p:cNvPr id="85" name="Shape 85"/>
        <p:cNvGrpSpPr/>
        <p:nvPr/>
      </p:nvGrpSpPr>
      <p:grpSpPr>
        <a:xfrm>
          <a:off x="0" y="0"/>
          <a:ext cx="0" cy="0"/>
          <a:chOff x="0" y="0"/>
          <a:chExt cx="0" cy="0"/>
        </a:xfrm>
      </p:grpSpPr>
      <p:sp>
        <p:nvSpPr>
          <p:cNvPr id="86" name="Google Shape;86;p10"/>
          <p:cNvSpPr txBox="1"/>
          <p:nvPr>
            <p:ph idx="1" type="body"/>
          </p:nvPr>
        </p:nvSpPr>
        <p:spPr>
          <a:xfrm>
            <a:off x="947925" y="922700"/>
            <a:ext cx="3265500" cy="11223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b="1" sz="2900">
                <a:solidFill>
                  <a:schemeClr val="lt2"/>
                </a:solidFill>
                <a:latin typeface="Oranienbaum"/>
                <a:ea typeface="Oranienbaum"/>
                <a:cs typeface="Oranienbaum"/>
                <a:sym typeface="Oranienbaum"/>
              </a:defRPr>
            </a:lvl1pPr>
          </a:lstStyle>
          <a:p/>
        </p:txBody>
      </p:sp>
      <p:sp>
        <p:nvSpPr>
          <p:cNvPr id="87" name="Google Shape;87;p10"/>
          <p:cNvSpPr/>
          <p:nvPr/>
        </p:nvSpPr>
        <p:spPr>
          <a:xfrm>
            <a:off x="333900" y="268500"/>
            <a:ext cx="8476200" cy="4606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0"/>
          <p:cNvSpPr/>
          <p:nvPr/>
        </p:nvSpPr>
        <p:spPr>
          <a:xfrm>
            <a:off x="209625" y="144000"/>
            <a:ext cx="247800" cy="247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0"/>
          <p:cNvSpPr/>
          <p:nvPr/>
        </p:nvSpPr>
        <p:spPr>
          <a:xfrm>
            <a:off x="209625" y="4751825"/>
            <a:ext cx="247800" cy="247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0"/>
          <p:cNvSpPr/>
          <p:nvPr/>
        </p:nvSpPr>
        <p:spPr>
          <a:xfrm>
            <a:off x="8686100" y="144000"/>
            <a:ext cx="247800" cy="247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0"/>
          <p:cNvSpPr/>
          <p:nvPr/>
        </p:nvSpPr>
        <p:spPr>
          <a:xfrm>
            <a:off x="8686100" y="4751825"/>
            <a:ext cx="247800" cy="2478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11"/>
          <p:cNvSpPr/>
          <p:nvPr/>
        </p:nvSpPr>
        <p:spPr>
          <a:xfrm>
            <a:off x="1235225" y="470300"/>
            <a:ext cx="2442901" cy="6191431"/>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flipH="1" rot="5400000">
            <a:off x="3525284" y="2967881"/>
            <a:ext cx="1127185" cy="1668852"/>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rot="10800000">
            <a:off x="875385" y="-295531"/>
            <a:ext cx="932089" cy="1956606"/>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rot="5400000">
            <a:off x="-1198893" y="1625551"/>
            <a:ext cx="1937723" cy="4353526"/>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flipH="1" rot="5400000">
            <a:off x="-98266" y="1479981"/>
            <a:ext cx="1127185" cy="1668852"/>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1"/>
          <p:cNvSpPr txBox="1"/>
          <p:nvPr>
            <p:ph hasCustomPrompt="1" type="title"/>
          </p:nvPr>
        </p:nvSpPr>
        <p:spPr>
          <a:xfrm>
            <a:off x="3185300" y="870475"/>
            <a:ext cx="5238600" cy="1963500"/>
          </a:xfrm>
          <a:prstGeom prst="rect">
            <a:avLst/>
          </a:prstGeom>
        </p:spPr>
        <p:txBody>
          <a:bodyPr anchorCtr="0" anchor="b" bIns="91425" lIns="91425" spcFirstLastPara="1" rIns="91425" wrap="square" tIns="91425">
            <a:noAutofit/>
          </a:bodyPr>
          <a:lstStyle>
            <a:lvl1pPr lvl="0" algn="r">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99" name="Google Shape;99;p11"/>
          <p:cNvSpPr txBox="1"/>
          <p:nvPr>
            <p:ph idx="1" type="subTitle"/>
          </p:nvPr>
        </p:nvSpPr>
        <p:spPr>
          <a:xfrm>
            <a:off x="5458800" y="2765788"/>
            <a:ext cx="2965200" cy="673500"/>
          </a:xfrm>
          <a:prstGeom prst="rect">
            <a:avLst/>
          </a:prstGeom>
        </p:spPr>
        <p:txBody>
          <a:bodyPr anchorCtr="0" anchor="t" bIns="91425" lIns="91425" spcFirstLastPara="1" rIns="91425" wrap="square" tIns="91425">
            <a:noAutofit/>
          </a:bodyPr>
          <a:lstStyle>
            <a:lvl1pPr lvl="0" algn="r">
              <a:spcBef>
                <a:spcPts val="0"/>
              </a:spcBef>
              <a:spcAft>
                <a:spcPts val="0"/>
              </a:spcAft>
              <a:buSzPts val="1600"/>
              <a:buNone/>
              <a:defRPr/>
            </a:lvl1pPr>
            <a:lvl2pPr lvl="1" algn="ctr">
              <a:spcBef>
                <a:spcPts val="0"/>
              </a:spcBef>
              <a:spcAft>
                <a:spcPts val="0"/>
              </a:spcAft>
              <a:buSzPts val="1600"/>
              <a:buNone/>
              <a:defRPr/>
            </a:lvl2pPr>
            <a:lvl3pPr lvl="2" algn="ctr">
              <a:spcBef>
                <a:spcPts val="0"/>
              </a:spcBef>
              <a:spcAft>
                <a:spcPts val="0"/>
              </a:spcAft>
              <a:buSzPts val="1600"/>
              <a:buNone/>
              <a:defRPr/>
            </a:lvl3pPr>
            <a:lvl4pPr lvl="3" algn="ctr">
              <a:spcBef>
                <a:spcPts val="0"/>
              </a:spcBef>
              <a:spcAft>
                <a:spcPts val="0"/>
              </a:spcAft>
              <a:buSzPts val="1600"/>
              <a:buNone/>
              <a:defRPr/>
            </a:lvl4pPr>
            <a:lvl5pPr lvl="4" algn="ctr">
              <a:spcBef>
                <a:spcPts val="0"/>
              </a:spcBef>
              <a:spcAft>
                <a:spcPts val="0"/>
              </a:spcAft>
              <a:buSzPts val="1600"/>
              <a:buNone/>
              <a:defRPr/>
            </a:lvl5pPr>
            <a:lvl6pPr lvl="5" algn="ctr">
              <a:spcBef>
                <a:spcPts val="0"/>
              </a:spcBef>
              <a:spcAft>
                <a:spcPts val="0"/>
              </a:spcAft>
              <a:buSzPts val="1600"/>
              <a:buNone/>
              <a:defRPr/>
            </a:lvl6pPr>
            <a:lvl7pPr lvl="6" algn="ctr">
              <a:spcBef>
                <a:spcPts val="0"/>
              </a:spcBef>
              <a:spcAft>
                <a:spcPts val="0"/>
              </a:spcAft>
              <a:buSzPts val="1600"/>
              <a:buNone/>
              <a:defRPr/>
            </a:lvl7pPr>
            <a:lvl8pPr lvl="7" algn="ctr">
              <a:spcBef>
                <a:spcPts val="0"/>
              </a:spcBef>
              <a:spcAft>
                <a:spcPts val="0"/>
              </a:spcAft>
              <a:buSzPts val="1600"/>
              <a:buNone/>
              <a:defRPr/>
            </a:lvl8pPr>
            <a:lvl9pPr lvl="8" algn="ctr">
              <a:spcBef>
                <a:spcPts val="0"/>
              </a:spcBef>
              <a:spcAft>
                <a:spcPts val="0"/>
              </a:spcAft>
              <a:buSzPts val="1600"/>
              <a:buNone/>
              <a:defRPr/>
            </a:lvl9pPr>
          </a:lstStyle>
          <a:p/>
        </p:txBody>
      </p:sp>
      <p:sp>
        <p:nvSpPr>
          <p:cNvPr id="100" name="Google Shape;100;p11"/>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5" name="Shape 10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AND_TWO_COLUMNS_1">
    <p:spTree>
      <p:nvGrpSpPr>
        <p:cNvPr id="106" name="Shape 106"/>
        <p:cNvGrpSpPr/>
        <p:nvPr/>
      </p:nvGrpSpPr>
      <p:grpSpPr>
        <a:xfrm>
          <a:off x="0" y="0"/>
          <a:ext cx="0" cy="0"/>
          <a:chOff x="0" y="0"/>
          <a:chExt cx="0" cy="0"/>
        </a:xfrm>
      </p:grpSpPr>
      <p:sp>
        <p:nvSpPr>
          <p:cNvPr id="107" name="Google Shape;107;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8" name="Google Shape;108;p13"/>
          <p:cNvSpPr txBox="1"/>
          <p:nvPr>
            <p:ph hasCustomPrompt="1" idx="2" type="title"/>
          </p:nvPr>
        </p:nvSpPr>
        <p:spPr>
          <a:xfrm>
            <a:off x="780188" y="1634450"/>
            <a:ext cx="1152600" cy="1074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9" name="Google Shape;109;p13"/>
          <p:cNvSpPr txBox="1"/>
          <p:nvPr>
            <p:ph idx="1" type="subTitle"/>
          </p:nvPr>
        </p:nvSpPr>
        <p:spPr>
          <a:xfrm>
            <a:off x="1932788" y="22452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0" name="Google Shape;110;p13"/>
          <p:cNvSpPr txBox="1"/>
          <p:nvPr>
            <p:ph idx="3" type="subTitle"/>
          </p:nvPr>
        </p:nvSpPr>
        <p:spPr>
          <a:xfrm>
            <a:off x="1932788" y="17106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11" name="Google Shape;111;p13"/>
          <p:cNvSpPr txBox="1"/>
          <p:nvPr>
            <p:ph hasCustomPrompt="1" idx="4" type="title"/>
          </p:nvPr>
        </p:nvSpPr>
        <p:spPr>
          <a:xfrm>
            <a:off x="4720913" y="1634450"/>
            <a:ext cx="1152600" cy="1074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 name="Google Shape;112;p13"/>
          <p:cNvSpPr txBox="1"/>
          <p:nvPr>
            <p:ph idx="5" type="subTitle"/>
          </p:nvPr>
        </p:nvSpPr>
        <p:spPr>
          <a:xfrm>
            <a:off x="5873513" y="22452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3" name="Google Shape;113;p13"/>
          <p:cNvSpPr txBox="1"/>
          <p:nvPr>
            <p:ph idx="6" type="subTitle"/>
          </p:nvPr>
        </p:nvSpPr>
        <p:spPr>
          <a:xfrm>
            <a:off x="5873513" y="17106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14" name="Google Shape;114;p13"/>
          <p:cNvSpPr txBox="1"/>
          <p:nvPr>
            <p:ph hasCustomPrompt="1" idx="7" type="title"/>
          </p:nvPr>
        </p:nvSpPr>
        <p:spPr>
          <a:xfrm>
            <a:off x="780188" y="3095650"/>
            <a:ext cx="1152600" cy="1074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5" name="Google Shape;115;p13"/>
          <p:cNvSpPr txBox="1"/>
          <p:nvPr>
            <p:ph idx="8" type="subTitle"/>
          </p:nvPr>
        </p:nvSpPr>
        <p:spPr>
          <a:xfrm>
            <a:off x="1932788" y="37064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6" name="Google Shape;116;p13"/>
          <p:cNvSpPr txBox="1"/>
          <p:nvPr>
            <p:ph idx="9" type="subTitle"/>
          </p:nvPr>
        </p:nvSpPr>
        <p:spPr>
          <a:xfrm>
            <a:off x="1932788" y="31718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17" name="Google Shape;117;p13"/>
          <p:cNvSpPr txBox="1"/>
          <p:nvPr>
            <p:ph hasCustomPrompt="1" idx="13" type="title"/>
          </p:nvPr>
        </p:nvSpPr>
        <p:spPr>
          <a:xfrm>
            <a:off x="4720913" y="3095650"/>
            <a:ext cx="1152600" cy="1074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8" name="Google Shape;118;p13"/>
          <p:cNvSpPr txBox="1"/>
          <p:nvPr>
            <p:ph idx="14" type="subTitle"/>
          </p:nvPr>
        </p:nvSpPr>
        <p:spPr>
          <a:xfrm>
            <a:off x="5873513" y="37064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9" name="Google Shape;119;p13"/>
          <p:cNvSpPr txBox="1"/>
          <p:nvPr>
            <p:ph idx="15" type="subTitle"/>
          </p:nvPr>
        </p:nvSpPr>
        <p:spPr>
          <a:xfrm>
            <a:off x="5873513" y="3171850"/>
            <a:ext cx="24903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grpSp>
        <p:nvGrpSpPr>
          <p:cNvPr id="120" name="Google Shape;120;p13"/>
          <p:cNvGrpSpPr/>
          <p:nvPr/>
        </p:nvGrpSpPr>
        <p:grpSpPr>
          <a:xfrm>
            <a:off x="116074" y="58479"/>
            <a:ext cx="8921627" cy="5033415"/>
            <a:chOff x="116074" y="58479"/>
            <a:chExt cx="8921627" cy="5033415"/>
          </a:xfrm>
        </p:grpSpPr>
        <p:sp>
          <p:nvSpPr>
            <p:cNvPr id="121" name="Google Shape;121;p13"/>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TITLE_AND_DESCRIPTION_1">
    <p:spTree>
      <p:nvGrpSpPr>
        <p:cNvPr id="126" name="Shape 126"/>
        <p:cNvGrpSpPr/>
        <p:nvPr/>
      </p:nvGrpSpPr>
      <p:grpSpPr>
        <a:xfrm>
          <a:off x="0" y="0"/>
          <a:ext cx="0" cy="0"/>
          <a:chOff x="0" y="0"/>
          <a:chExt cx="0" cy="0"/>
        </a:xfrm>
      </p:grpSpPr>
      <p:sp>
        <p:nvSpPr>
          <p:cNvPr id="127" name="Google Shape;127;p14"/>
          <p:cNvSpPr/>
          <p:nvPr/>
        </p:nvSpPr>
        <p:spPr>
          <a:xfrm>
            <a:off x="506834" y="3121664"/>
            <a:ext cx="1242832" cy="2608847"/>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flipH="1" rot="5400000">
            <a:off x="-22078" y="1685747"/>
            <a:ext cx="1196841" cy="1772016"/>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rot="10800000">
            <a:off x="506834" y="-587011"/>
            <a:ext cx="1242832" cy="2608847"/>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flipH="1">
            <a:off x="7394334" y="3121664"/>
            <a:ext cx="1242832" cy="2608847"/>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rot="-5400000">
            <a:off x="7969238" y="1685747"/>
            <a:ext cx="1196841" cy="1772016"/>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flipH="1" rot="10800000">
            <a:off x="7394334" y="-587011"/>
            <a:ext cx="1242832" cy="2608847"/>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txBox="1"/>
          <p:nvPr>
            <p:ph type="title"/>
          </p:nvPr>
        </p:nvSpPr>
        <p:spPr>
          <a:xfrm>
            <a:off x="2549400" y="3413302"/>
            <a:ext cx="4045200" cy="5226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3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5" name="Google Shape;135;p14"/>
          <p:cNvSpPr txBox="1"/>
          <p:nvPr>
            <p:ph idx="1" type="subTitle"/>
          </p:nvPr>
        </p:nvSpPr>
        <p:spPr>
          <a:xfrm>
            <a:off x="2159400" y="1207588"/>
            <a:ext cx="4825200" cy="201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36" name="Google Shape;136;p14"/>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ONE_COLUMN_TEXT_1">
    <p:spTree>
      <p:nvGrpSpPr>
        <p:cNvPr id="140" name="Shape 140"/>
        <p:cNvGrpSpPr/>
        <p:nvPr/>
      </p:nvGrpSpPr>
      <p:grpSpPr>
        <a:xfrm>
          <a:off x="0" y="0"/>
          <a:ext cx="0" cy="0"/>
          <a:chOff x="0" y="0"/>
          <a:chExt cx="0" cy="0"/>
        </a:xfrm>
      </p:grpSpPr>
      <p:grpSp>
        <p:nvGrpSpPr>
          <p:cNvPr id="141" name="Google Shape;141;p15"/>
          <p:cNvGrpSpPr/>
          <p:nvPr/>
        </p:nvGrpSpPr>
        <p:grpSpPr>
          <a:xfrm>
            <a:off x="116074" y="58479"/>
            <a:ext cx="8921627" cy="5033415"/>
            <a:chOff x="116074" y="58479"/>
            <a:chExt cx="8921627" cy="5033415"/>
          </a:xfrm>
        </p:grpSpPr>
        <p:sp>
          <p:nvSpPr>
            <p:cNvPr id="142" name="Google Shape;142;p15"/>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48" name="Google Shape;148;p15"/>
          <p:cNvSpPr txBox="1"/>
          <p:nvPr>
            <p:ph idx="1" type="subTitle"/>
          </p:nvPr>
        </p:nvSpPr>
        <p:spPr>
          <a:xfrm>
            <a:off x="720025" y="3433125"/>
            <a:ext cx="2370000" cy="101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49" name="Google Shape;149;p15"/>
          <p:cNvSpPr txBox="1"/>
          <p:nvPr>
            <p:ph idx="2" type="subTitle"/>
          </p:nvPr>
        </p:nvSpPr>
        <p:spPr>
          <a:xfrm>
            <a:off x="719988" y="28985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50" name="Google Shape;150;p15"/>
          <p:cNvSpPr txBox="1"/>
          <p:nvPr>
            <p:ph idx="3" type="subTitle"/>
          </p:nvPr>
        </p:nvSpPr>
        <p:spPr>
          <a:xfrm>
            <a:off x="3387019" y="3433125"/>
            <a:ext cx="2370000" cy="101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51" name="Google Shape;151;p15"/>
          <p:cNvSpPr txBox="1"/>
          <p:nvPr>
            <p:ph idx="4" type="subTitle"/>
          </p:nvPr>
        </p:nvSpPr>
        <p:spPr>
          <a:xfrm>
            <a:off x="3386975" y="28985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52" name="Google Shape;152;p15"/>
          <p:cNvSpPr txBox="1"/>
          <p:nvPr>
            <p:ph idx="5" type="subTitle"/>
          </p:nvPr>
        </p:nvSpPr>
        <p:spPr>
          <a:xfrm>
            <a:off x="6054025" y="3433125"/>
            <a:ext cx="2370000" cy="101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53" name="Google Shape;153;p15"/>
          <p:cNvSpPr txBox="1"/>
          <p:nvPr>
            <p:ph idx="6" type="subTitle"/>
          </p:nvPr>
        </p:nvSpPr>
        <p:spPr>
          <a:xfrm>
            <a:off x="6053975" y="28985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TWO_COLUMNS_2">
    <p:spTree>
      <p:nvGrpSpPr>
        <p:cNvPr id="154" name="Shape 154"/>
        <p:cNvGrpSpPr/>
        <p:nvPr/>
      </p:nvGrpSpPr>
      <p:grpSpPr>
        <a:xfrm>
          <a:off x="0" y="0"/>
          <a:ext cx="0" cy="0"/>
          <a:chOff x="0" y="0"/>
          <a:chExt cx="0" cy="0"/>
        </a:xfrm>
      </p:grpSpPr>
      <p:sp>
        <p:nvSpPr>
          <p:cNvPr id="155" name="Google Shape;155;p16"/>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57" name="Google Shape;157;p16"/>
          <p:cNvSpPr txBox="1"/>
          <p:nvPr>
            <p:ph idx="1" type="subTitle"/>
          </p:nvPr>
        </p:nvSpPr>
        <p:spPr>
          <a:xfrm>
            <a:off x="720025" y="3783600"/>
            <a:ext cx="2370000" cy="534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158" name="Google Shape;158;p16"/>
          <p:cNvSpPr txBox="1"/>
          <p:nvPr>
            <p:ph idx="2" type="subTitle"/>
          </p:nvPr>
        </p:nvSpPr>
        <p:spPr>
          <a:xfrm>
            <a:off x="719988" y="3257675"/>
            <a:ext cx="2370000" cy="534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Font typeface="Oranienbaum"/>
              <a:buNone/>
              <a:defRPr b="1" sz="2800">
                <a:latin typeface="Oranienbaum"/>
                <a:ea typeface="Oranienbaum"/>
                <a:cs typeface="Oranienbaum"/>
                <a:sym typeface="Oranienbaum"/>
              </a:defRPr>
            </a:lvl1pPr>
            <a:lvl2pPr lvl="1" rtl="0" algn="r">
              <a:spcBef>
                <a:spcPts val="0"/>
              </a:spcBef>
              <a:spcAft>
                <a:spcPts val="0"/>
              </a:spcAft>
              <a:buSzPts val="3000"/>
              <a:buFont typeface="Oranienbaum"/>
              <a:buNone/>
              <a:defRPr sz="3000">
                <a:latin typeface="Oranienbaum"/>
                <a:ea typeface="Oranienbaum"/>
                <a:cs typeface="Oranienbaum"/>
                <a:sym typeface="Oranienbaum"/>
              </a:defRPr>
            </a:lvl2pPr>
            <a:lvl3pPr lvl="2" rtl="0" algn="r">
              <a:spcBef>
                <a:spcPts val="0"/>
              </a:spcBef>
              <a:spcAft>
                <a:spcPts val="0"/>
              </a:spcAft>
              <a:buSzPts val="3000"/>
              <a:buFont typeface="Oranienbaum"/>
              <a:buNone/>
              <a:defRPr sz="3000">
                <a:latin typeface="Oranienbaum"/>
                <a:ea typeface="Oranienbaum"/>
                <a:cs typeface="Oranienbaum"/>
                <a:sym typeface="Oranienbaum"/>
              </a:defRPr>
            </a:lvl3pPr>
            <a:lvl4pPr lvl="3" rtl="0" algn="r">
              <a:spcBef>
                <a:spcPts val="0"/>
              </a:spcBef>
              <a:spcAft>
                <a:spcPts val="0"/>
              </a:spcAft>
              <a:buSzPts val="3000"/>
              <a:buFont typeface="Oranienbaum"/>
              <a:buNone/>
              <a:defRPr sz="3000">
                <a:latin typeface="Oranienbaum"/>
                <a:ea typeface="Oranienbaum"/>
                <a:cs typeface="Oranienbaum"/>
                <a:sym typeface="Oranienbaum"/>
              </a:defRPr>
            </a:lvl4pPr>
            <a:lvl5pPr lvl="4" rtl="0" algn="r">
              <a:spcBef>
                <a:spcPts val="0"/>
              </a:spcBef>
              <a:spcAft>
                <a:spcPts val="0"/>
              </a:spcAft>
              <a:buSzPts val="3000"/>
              <a:buFont typeface="Oranienbaum"/>
              <a:buNone/>
              <a:defRPr sz="3000">
                <a:latin typeface="Oranienbaum"/>
                <a:ea typeface="Oranienbaum"/>
                <a:cs typeface="Oranienbaum"/>
                <a:sym typeface="Oranienbaum"/>
              </a:defRPr>
            </a:lvl5pPr>
            <a:lvl6pPr lvl="5" rtl="0" algn="r">
              <a:spcBef>
                <a:spcPts val="0"/>
              </a:spcBef>
              <a:spcAft>
                <a:spcPts val="0"/>
              </a:spcAft>
              <a:buSzPts val="3000"/>
              <a:buFont typeface="Oranienbaum"/>
              <a:buNone/>
              <a:defRPr sz="3000">
                <a:latin typeface="Oranienbaum"/>
                <a:ea typeface="Oranienbaum"/>
                <a:cs typeface="Oranienbaum"/>
                <a:sym typeface="Oranienbaum"/>
              </a:defRPr>
            </a:lvl6pPr>
            <a:lvl7pPr lvl="6" rtl="0" algn="r">
              <a:spcBef>
                <a:spcPts val="0"/>
              </a:spcBef>
              <a:spcAft>
                <a:spcPts val="0"/>
              </a:spcAft>
              <a:buSzPts val="3000"/>
              <a:buFont typeface="Oranienbaum"/>
              <a:buNone/>
              <a:defRPr sz="3000">
                <a:latin typeface="Oranienbaum"/>
                <a:ea typeface="Oranienbaum"/>
                <a:cs typeface="Oranienbaum"/>
                <a:sym typeface="Oranienbaum"/>
              </a:defRPr>
            </a:lvl7pPr>
            <a:lvl8pPr lvl="7" rtl="0" algn="r">
              <a:spcBef>
                <a:spcPts val="0"/>
              </a:spcBef>
              <a:spcAft>
                <a:spcPts val="0"/>
              </a:spcAft>
              <a:buSzPts val="3000"/>
              <a:buFont typeface="Oranienbaum"/>
              <a:buNone/>
              <a:defRPr sz="3000">
                <a:latin typeface="Oranienbaum"/>
                <a:ea typeface="Oranienbaum"/>
                <a:cs typeface="Oranienbaum"/>
                <a:sym typeface="Oranienbaum"/>
              </a:defRPr>
            </a:lvl8pPr>
            <a:lvl9pPr lvl="8" rtl="0" algn="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59" name="Google Shape;159;p16"/>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txBox="1"/>
          <p:nvPr>
            <p:ph idx="3" type="subTitle"/>
          </p:nvPr>
        </p:nvSpPr>
        <p:spPr>
          <a:xfrm>
            <a:off x="6054000" y="3783600"/>
            <a:ext cx="23700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64" name="Google Shape;164;p16"/>
          <p:cNvSpPr txBox="1"/>
          <p:nvPr>
            <p:ph idx="4" type="subTitle"/>
          </p:nvPr>
        </p:nvSpPr>
        <p:spPr>
          <a:xfrm>
            <a:off x="6053963" y="3257675"/>
            <a:ext cx="23700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65" name="Google Shape;165;p16"/>
          <p:cNvSpPr txBox="1"/>
          <p:nvPr>
            <p:ph idx="5" type="subTitle"/>
          </p:nvPr>
        </p:nvSpPr>
        <p:spPr>
          <a:xfrm>
            <a:off x="720025" y="2353425"/>
            <a:ext cx="2370000" cy="534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166" name="Google Shape;166;p16"/>
          <p:cNvSpPr txBox="1"/>
          <p:nvPr>
            <p:ph idx="6" type="subTitle"/>
          </p:nvPr>
        </p:nvSpPr>
        <p:spPr>
          <a:xfrm>
            <a:off x="719988" y="1827500"/>
            <a:ext cx="2370000" cy="534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Font typeface="Oranienbaum"/>
              <a:buNone/>
              <a:defRPr b="1" sz="2800">
                <a:latin typeface="Oranienbaum"/>
                <a:ea typeface="Oranienbaum"/>
                <a:cs typeface="Oranienbaum"/>
                <a:sym typeface="Oranienbaum"/>
              </a:defRPr>
            </a:lvl1pPr>
            <a:lvl2pPr lvl="1" rtl="0" algn="r">
              <a:spcBef>
                <a:spcPts val="0"/>
              </a:spcBef>
              <a:spcAft>
                <a:spcPts val="0"/>
              </a:spcAft>
              <a:buSzPts val="3000"/>
              <a:buFont typeface="Oranienbaum"/>
              <a:buNone/>
              <a:defRPr sz="3000">
                <a:latin typeface="Oranienbaum"/>
                <a:ea typeface="Oranienbaum"/>
                <a:cs typeface="Oranienbaum"/>
                <a:sym typeface="Oranienbaum"/>
              </a:defRPr>
            </a:lvl2pPr>
            <a:lvl3pPr lvl="2" rtl="0" algn="r">
              <a:spcBef>
                <a:spcPts val="0"/>
              </a:spcBef>
              <a:spcAft>
                <a:spcPts val="0"/>
              </a:spcAft>
              <a:buSzPts val="3000"/>
              <a:buFont typeface="Oranienbaum"/>
              <a:buNone/>
              <a:defRPr sz="3000">
                <a:latin typeface="Oranienbaum"/>
                <a:ea typeface="Oranienbaum"/>
                <a:cs typeface="Oranienbaum"/>
                <a:sym typeface="Oranienbaum"/>
              </a:defRPr>
            </a:lvl3pPr>
            <a:lvl4pPr lvl="3" rtl="0" algn="r">
              <a:spcBef>
                <a:spcPts val="0"/>
              </a:spcBef>
              <a:spcAft>
                <a:spcPts val="0"/>
              </a:spcAft>
              <a:buSzPts val="3000"/>
              <a:buFont typeface="Oranienbaum"/>
              <a:buNone/>
              <a:defRPr sz="3000">
                <a:latin typeface="Oranienbaum"/>
                <a:ea typeface="Oranienbaum"/>
                <a:cs typeface="Oranienbaum"/>
                <a:sym typeface="Oranienbaum"/>
              </a:defRPr>
            </a:lvl4pPr>
            <a:lvl5pPr lvl="4" rtl="0" algn="r">
              <a:spcBef>
                <a:spcPts val="0"/>
              </a:spcBef>
              <a:spcAft>
                <a:spcPts val="0"/>
              </a:spcAft>
              <a:buSzPts val="3000"/>
              <a:buFont typeface="Oranienbaum"/>
              <a:buNone/>
              <a:defRPr sz="3000">
                <a:latin typeface="Oranienbaum"/>
                <a:ea typeface="Oranienbaum"/>
                <a:cs typeface="Oranienbaum"/>
                <a:sym typeface="Oranienbaum"/>
              </a:defRPr>
            </a:lvl5pPr>
            <a:lvl6pPr lvl="5" rtl="0" algn="r">
              <a:spcBef>
                <a:spcPts val="0"/>
              </a:spcBef>
              <a:spcAft>
                <a:spcPts val="0"/>
              </a:spcAft>
              <a:buSzPts val="3000"/>
              <a:buFont typeface="Oranienbaum"/>
              <a:buNone/>
              <a:defRPr sz="3000">
                <a:latin typeface="Oranienbaum"/>
                <a:ea typeface="Oranienbaum"/>
                <a:cs typeface="Oranienbaum"/>
                <a:sym typeface="Oranienbaum"/>
              </a:defRPr>
            </a:lvl6pPr>
            <a:lvl7pPr lvl="6" rtl="0" algn="r">
              <a:spcBef>
                <a:spcPts val="0"/>
              </a:spcBef>
              <a:spcAft>
                <a:spcPts val="0"/>
              </a:spcAft>
              <a:buSzPts val="3000"/>
              <a:buFont typeface="Oranienbaum"/>
              <a:buNone/>
              <a:defRPr sz="3000">
                <a:latin typeface="Oranienbaum"/>
                <a:ea typeface="Oranienbaum"/>
                <a:cs typeface="Oranienbaum"/>
                <a:sym typeface="Oranienbaum"/>
              </a:defRPr>
            </a:lvl7pPr>
            <a:lvl8pPr lvl="7" rtl="0" algn="r">
              <a:spcBef>
                <a:spcPts val="0"/>
              </a:spcBef>
              <a:spcAft>
                <a:spcPts val="0"/>
              </a:spcAft>
              <a:buSzPts val="3000"/>
              <a:buFont typeface="Oranienbaum"/>
              <a:buNone/>
              <a:defRPr sz="3000">
                <a:latin typeface="Oranienbaum"/>
                <a:ea typeface="Oranienbaum"/>
                <a:cs typeface="Oranienbaum"/>
                <a:sym typeface="Oranienbaum"/>
              </a:defRPr>
            </a:lvl8pPr>
            <a:lvl9pPr lvl="8" rtl="0" algn="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67" name="Google Shape;167;p16"/>
          <p:cNvSpPr txBox="1"/>
          <p:nvPr>
            <p:ph idx="7" type="subTitle"/>
          </p:nvPr>
        </p:nvSpPr>
        <p:spPr>
          <a:xfrm>
            <a:off x="6054000" y="2353425"/>
            <a:ext cx="23700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68" name="Google Shape;168;p16"/>
          <p:cNvSpPr txBox="1"/>
          <p:nvPr>
            <p:ph idx="8" type="subTitle"/>
          </p:nvPr>
        </p:nvSpPr>
        <p:spPr>
          <a:xfrm>
            <a:off x="6053963" y="1827500"/>
            <a:ext cx="23700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spcBef>
                <a:spcPts val="0"/>
              </a:spcBef>
              <a:spcAft>
                <a:spcPts val="0"/>
              </a:spcAft>
              <a:buSzPts val="3000"/>
              <a:buFont typeface="Oranienbaum"/>
              <a:buNone/>
              <a:defRPr sz="3000">
                <a:latin typeface="Oranienbaum"/>
                <a:ea typeface="Oranienbaum"/>
                <a:cs typeface="Oranienbaum"/>
                <a:sym typeface="Oranienbaum"/>
              </a:defRPr>
            </a:lvl2pPr>
            <a:lvl3pPr lvl="2" rtl="0">
              <a:spcBef>
                <a:spcPts val="0"/>
              </a:spcBef>
              <a:spcAft>
                <a:spcPts val="0"/>
              </a:spcAft>
              <a:buSzPts val="3000"/>
              <a:buFont typeface="Oranienbaum"/>
              <a:buNone/>
              <a:defRPr sz="3000">
                <a:latin typeface="Oranienbaum"/>
                <a:ea typeface="Oranienbaum"/>
                <a:cs typeface="Oranienbaum"/>
                <a:sym typeface="Oranienbaum"/>
              </a:defRPr>
            </a:lvl3pPr>
            <a:lvl4pPr lvl="3" rtl="0">
              <a:spcBef>
                <a:spcPts val="0"/>
              </a:spcBef>
              <a:spcAft>
                <a:spcPts val="0"/>
              </a:spcAft>
              <a:buSzPts val="3000"/>
              <a:buFont typeface="Oranienbaum"/>
              <a:buNone/>
              <a:defRPr sz="3000">
                <a:latin typeface="Oranienbaum"/>
                <a:ea typeface="Oranienbaum"/>
                <a:cs typeface="Oranienbaum"/>
                <a:sym typeface="Oranienbaum"/>
              </a:defRPr>
            </a:lvl4pPr>
            <a:lvl5pPr lvl="4" rtl="0">
              <a:spcBef>
                <a:spcPts val="0"/>
              </a:spcBef>
              <a:spcAft>
                <a:spcPts val="0"/>
              </a:spcAft>
              <a:buSzPts val="3000"/>
              <a:buFont typeface="Oranienbaum"/>
              <a:buNone/>
              <a:defRPr sz="3000">
                <a:latin typeface="Oranienbaum"/>
                <a:ea typeface="Oranienbaum"/>
                <a:cs typeface="Oranienbaum"/>
                <a:sym typeface="Oranienbaum"/>
              </a:defRPr>
            </a:lvl5pPr>
            <a:lvl6pPr lvl="5" rtl="0">
              <a:spcBef>
                <a:spcPts val="0"/>
              </a:spcBef>
              <a:spcAft>
                <a:spcPts val="0"/>
              </a:spcAft>
              <a:buSzPts val="3000"/>
              <a:buFont typeface="Oranienbaum"/>
              <a:buNone/>
              <a:defRPr sz="3000">
                <a:latin typeface="Oranienbaum"/>
                <a:ea typeface="Oranienbaum"/>
                <a:cs typeface="Oranienbaum"/>
                <a:sym typeface="Oranienbaum"/>
              </a:defRPr>
            </a:lvl6pPr>
            <a:lvl7pPr lvl="6" rtl="0">
              <a:spcBef>
                <a:spcPts val="0"/>
              </a:spcBef>
              <a:spcAft>
                <a:spcPts val="0"/>
              </a:spcAft>
              <a:buSzPts val="3000"/>
              <a:buFont typeface="Oranienbaum"/>
              <a:buNone/>
              <a:defRPr sz="3000">
                <a:latin typeface="Oranienbaum"/>
                <a:ea typeface="Oranienbaum"/>
                <a:cs typeface="Oranienbaum"/>
                <a:sym typeface="Oranienbaum"/>
              </a:defRPr>
            </a:lvl7pPr>
            <a:lvl8pPr lvl="7" rtl="0">
              <a:spcBef>
                <a:spcPts val="0"/>
              </a:spcBef>
              <a:spcAft>
                <a:spcPts val="0"/>
              </a:spcAft>
              <a:buSzPts val="3000"/>
              <a:buFont typeface="Oranienbaum"/>
              <a:buNone/>
              <a:defRPr sz="3000">
                <a:latin typeface="Oranienbaum"/>
                <a:ea typeface="Oranienbaum"/>
                <a:cs typeface="Oranienbaum"/>
                <a:sym typeface="Oranienbaum"/>
              </a:defRPr>
            </a:lvl8pPr>
            <a:lvl9pPr lvl="8" rtl="0">
              <a:spcBef>
                <a:spcPts val="0"/>
              </a:spcBef>
              <a:spcAft>
                <a:spcPts val="0"/>
              </a:spcAft>
              <a:buSzPts val="3000"/>
              <a:buFont typeface="Oranienbaum"/>
              <a:buNone/>
              <a:defRPr sz="3000">
                <a:latin typeface="Oranienbaum"/>
                <a:ea typeface="Oranienbaum"/>
                <a:cs typeface="Oranienbaum"/>
                <a:sym typeface="Oranienba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ONE_COLUMN_TEXT_1_1">
    <p:spTree>
      <p:nvGrpSpPr>
        <p:cNvPr id="169" name="Shape 169"/>
        <p:cNvGrpSpPr/>
        <p:nvPr/>
      </p:nvGrpSpPr>
      <p:grpSpPr>
        <a:xfrm>
          <a:off x="0" y="0"/>
          <a:ext cx="0" cy="0"/>
          <a:chOff x="0" y="0"/>
          <a:chExt cx="0" cy="0"/>
        </a:xfrm>
      </p:grpSpPr>
      <p:grpSp>
        <p:nvGrpSpPr>
          <p:cNvPr id="170" name="Google Shape;170;p17"/>
          <p:cNvGrpSpPr/>
          <p:nvPr/>
        </p:nvGrpSpPr>
        <p:grpSpPr>
          <a:xfrm>
            <a:off x="116074" y="58479"/>
            <a:ext cx="8921627" cy="5033415"/>
            <a:chOff x="116074" y="58479"/>
            <a:chExt cx="8921627" cy="5033415"/>
          </a:xfrm>
        </p:grpSpPr>
        <p:sp>
          <p:nvSpPr>
            <p:cNvPr id="171" name="Google Shape;171;p17"/>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77" name="Google Shape;177;p17"/>
          <p:cNvSpPr txBox="1"/>
          <p:nvPr>
            <p:ph idx="1" type="subTitle"/>
          </p:nvPr>
        </p:nvSpPr>
        <p:spPr>
          <a:xfrm>
            <a:off x="720006" y="39955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78" name="Google Shape;178;p17"/>
          <p:cNvSpPr txBox="1"/>
          <p:nvPr>
            <p:ph idx="2" type="subTitle"/>
          </p:nvPr>
        </p:nvSpPr>
        <p:spPr>
          <a:xfrm>
            <a:off x="720006" y="3615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79" name="Google Shape;179;p17"/>
          <p:cNvSpPr txBox="1"/>
          <p:nvPr>
            <p:ph idx="3" type="subTitle"/>
          </p:nvPr>
        </p:nvSpPr>
        <p:spPr>
          <a:xfrm>
            <a:off x="3386996" y="39955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0" name="Google Shape;180;p17"/>
          <p:cNvSpPr txBox="1"/>
          <p:nvPr>
            <p:ph idx="4" type="subTitle"/>
          </p:nvPr>
        </p:nvSpPr>
        <p:spPr>
          <a:xfrm>
            <a:off x="3386996" y="3615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81" name="Google Shape;181;p17"/>
          <p:cNvSpPr txBox="1"/>
          <p:nvPr>
            <p:ph idx="5" type="subTitle"/>
          </p:nvPr>
        </p:nvSpPr>
        <p:spPr>
          <a:xfrm>
            <a:off x="6053998" y="39955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2" name="Google Shape;182;p17"/>
          <p:cNvSpPr txBox="1"/>
          <p:nvPr>
            <p:ph idx="6" type="subTitle"/>
          </p:nvPr>
        </p:nvSpPr>
        <p:spPr>
          <a:xfrm>
            <a:off x="6053998" y="3615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83" name="Google Shape;183;p17"/>
          <p:cNvSpPr txBox="1"/>
          <p:nvPr>
            <p:ph idx="7" type="subTitle"/>
          </p:nvPr>
        </p:nvSpPr>
        <p:spPr>
          <a:xfrm>
            <a:off x="720006" y="21678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4" name="Google Shape;184;p17"/>
          <p:cNvSpPr txBox="1"/>
          <p:nvPr>
            <p:ph idx="8" type="subTitle"/>
          </p:nvPr>
        </p:nvSpPr>
        <p:spPr>
          <a:xfrm>
            <a:off x="720006" y="17876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85" name="Google Shape;185;p17"/>
          <p:cNvSpPr txBox="1"/>
          <p:nvPr>
            <p:ph idx="9" type="subTitle"/>
          </p:nvPr>
        </p:nvSpPr>
        <p:spPr>
          <a:xfrm>
            <a:off x="3386996" y="21678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6" name="Google Shape;186;p17"/>
          <p:cNvSpPr txBox="1"/>
          <p:nvPr>
            <p:ph idx="13" type="subTitle"/>
          </p:nvPr>
        </p:nvSpPr>
        <p:spPr>
          <a:xfrm>
            <a:off x="3386996" y="17876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87" name="Google Shape;187;p17"/>
          <p:cNvSpPr txBox="1"/>
          <p:nvPr>
            <p:ph idx="14" type="subTitle"/>
          </p:nvPr>
        </p:nvSpPr>
        <p:spPr>
          <a:xfrm>
            <a:off x="6053998" y="21678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8" name="Google Shape;188;p17"/>
          <p:cNvSpPr txBox="1"/>
          <p:nvPr>
            <p:ph idx="15" type="subTitle"/>
          </p:nvPr>
        </p:nvSpPr>
        <p:spPr>
          <a:xfrm>
            <a:off x="6053998" y="17876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TITLE_AND_TWO_COLUMNS_2_1">
    <p:spTree>
      <p:nvGrpSpPr>
        <p:cNvPr id="189" name="Shape 189"/>
        <p:cNvGrpSpPr/>
        <p:nvPr/>
      </p:nvGrpSpPr>
      <p:grpSpPr>
        <a:xfrm>
          <a:off x="0" y="0"/>
          <a:ext cx="0" cy="0"/>
          <a:chOff x="0" y="0"/>
          <a:chExt cx="0" cy="0"/>
        </a:xfrm>
      </p:grpSpPr>
      <p:sp>
        <p:nvSpPr>
          <p:cNvPr id="190" name="Google Shape;190;p18"/>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2" name="Google Shape;192;p18"/>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8"/>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txBox="1"/>
          <p:nvPr>
            <p:ph idx="1" type="subTitle"/>
          </p:nvPr>
        </p:nvSpPr>
        <p:spPr>
          <a:xfrm>
            <a:off x="720025" y="39955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97" name="Google Shape;197;p18"/>
          <p:cNvSpPr txBox="1"/>
          <p:nvPr>
            <p:ph idx="2" type="subTitle"/>
          </p:nvPr>
        </p:nvSpPr>
        <p:spPr>
          <a:xfrm>
            <a:off x="719988" y="3615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198" name="Google Shape;198;p18"/>
          <p:cNvSpPr txBox="1"/>
          <p:nvPr>
            <p:ph idx="3" type="subTitle"/>
          </p:nvPr>
        </p:nvSpPr>
        <p:spPr>
          <a:xfrm>
            <a:off x="6054021" y="39955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99" name="Google Shape;199;p18"/>
          <p:cNvSpPr txBox="1"/>
          <p:nvPr>
            <p:ph idx="4" type="subTitle"/>
          </p:nvPr>
        </p:nvSpPr>
        <p:spPr>
          <a:xfrm>
            <a:off x="6053975" y="3615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00" name="Google Shape;200;p18"/>
          <p:cNvSpPr txBox="1"/>
          <p:nvPr>
            <p:ph idx="5" type="subTitle"/>
          </p:nvPr>
        </p:nvSpPr>
        <p:spPr>
          <a:xfrm>
            <a:off x="720025" y="21678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1" name="Google Shape;201;p18"/>
          <p:cNvSpPr txBox="1"/>
          <p:nvPr>
            <p:ph idx="6" type="subTitle"/>
          </p:nvPr>
        </p:nvSpPr>
        <p:spPr>
          <a:xfrm>
            <a:off x="719988" y="17876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02" name="Google Shape;202;p18"/>
          <p:cNvSpPr txBox="1"/>
          <p:nvPr>
            <p:ph idx="7" type="subTitle"/>
          </p:nvPr>
        </p:nvSpPr>
        <p:spPr>
          <a:xfrm>
            <a:off x="3387017" y="3083763"/>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3" name="Google Shape;203;p18"/>
          <p:cNvSpPr txBox="1"/>
          <p:nvPr>
            <p:ph idx="8" type="subTitle"/>
          </p:nvPr>
        </p:nvSpPr>
        <p:spPr>
          <a:xfrm>
            <a:off x="3386975" y="2703538"/>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04" name="Google Shape;204;p18"/>
          <p:cNvSpPr txBox="1"/>
          <p:nvPr>
            <p:ph idx="9" type="subTitle"/>
          </p:nvPr>
        </p:nvSpPr>
        <p:spPr>
          <a:xfrm>
            <a:off x="6054021" y="2167850"/>
            <a:ext cx="2370000" cy="62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5" name="Google Shape;205;p18"/>
          <p:cNvSpPr txBox="1"/>
          <p:nvPr>
            <p:ph idx="13" type="subTitle"/>
          </p:nvPr>
        </p:nvSpPr>
        <p:spPr>
          <a:xfrm>
            <a:off x="6053975" y="17876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ONE_COLUMN_TEXT_1_2">
    <p:spTree>
      <p:nvGrpSpPr>
        <p:cNvPr id="206" name="Shape 206"/>
        <p:cNvGrpSpPr/>
        <p:nvPr/>
      </p:nvGrpSpPr>
      <p:grpSpPr>
        <a:xfrm>
          <a:off x="0" y="0"/>
          <a:ext cx="0" cy="0"/>
          <a:chOff x="0" y="0"/>
          <a:chExt cx="0" cy="0"/>
        </a:xfrm>
      </p:grpSpPr>
      <p:grpSp>
        <p:nvGrpSpPr>
          <p:cNvPr id="207" name="Google Shape;207;p19"/>
          <p:cNvGrpSpPr/>
          <p:nvPr/>
        </p:nvGrpSpPr>
        <p:grpSpPr>
          <a:xfrm>
            <a:off x="116074" y="58479"/>
            <a:ext cx="8921627" cy="5033415"/>
            <a:chOff x="116074" y="58479"/>
            <a:chExt cx="8921627" cy="5033415"/>
          </a:xfrm>
        </p:grpSpPr>
        <p:sp>
          <p:nvSpPr>
            <p:cNvPr id="208" name="Google Shape;208;p19"/>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14" name="Google Shape;214;p19"/>
          <p:cNvSpPr txBox="1"/>
          <p:nvPr>
            <p:ph idx="1" type="subTitle"/>
          </p:nvPr>
        </p:nvSpPr>
        <p:spPr>
          <a:xfrm>
            <a:off x="719988" y="3671225"/>
            <a:ext cx="2370000" cy="66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5" name="Google Shape;215;p19"/>
          <p:cNvSpPr txBox="1"/>
          <p:nvPr>
            <p:ph idx="2" type="subTitle"/>
          </p:nvPr>
        </p:nvSpPr>
        <p:spPr>
          <a:xfrm>
            <a:off x="719988" y="3203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16" name="Google Shape;216;p19"/>
          <p:cNvSpPr txBox="1"/>
          <p:nvPr>
            <p:ph idx="3" type="subTitle"/>
          </p:nvPr>
        </p:nvSpPr>
        <p:spPr>
          <a:xfrm>
            <a:off x="3389427" y="3671225"/>
            <a:ext cx="2370000" cy="66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7" name="Google Shape;217;p19"/>
          <p:cNvSpPr txBox="1"/>
          <p:nvPr>
            <p:ph idx="4" type="subTitle"/>
          </p:nvPr>
        </p:nvSpPr>
        <p:spPr>
          <a:xfrm>
            <a:off x="3389427" y="3203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18" name="Google Shape;218;p19"/>
          <p:cNvSpPr txBox="1"/>
          <p:nvPr>
            <p:ph idx="5" type="subTitle"/>
          </p:nvPr>
        </p:nvSpPr>
        <p:spPr>
          <a:xfrm>
            <a:off x="6053969" y="3671225"/>
            <a:ext cx="2370000" cy="66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9" name="Google Shape;219;p19"/>
          <p:cNvSpPr txBox="1"/>
          <p:nvPr>
            <p:ph idx="6" type="subTitle"/>
          </p:nvPr>
        </p:nvSpPr>
        <p:spPr>
          <a:xfrm>
            <a:off x="6053969" y="3203325"/>
            <a:ext cx="2370000" cy="534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20" name="Google Shape;220;p19"/>
          <p:cNvSpPr txBox="1"/>
          <p:nvPr>
            <p:ph hasCustomPrompt="1" idx="7" type="title"/>
          </p:nvPr>
        </p:nvSpPr>
        <p:spPr>
          <a:xfrm>
            <a:off x="719988" y="1707275"/>
            <a:ext cx="2370000" cy="1045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21" name="Google Shape;221;p19"/>
          <p:cNvSpPr txBox="1"/>
          <p:nvPr>
            <p:ph hasCustomPrompt="1" idx="8" type="title"/>
          </p:nvPr>
        </p:nvSpPr>
        <p:spPr>
          <a:xfrm>
            <a:off x="3389427" y="1707275"/>
            <a:ext cx="2370000" cy="1045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22" name="Google Shape;222;p19"/>
          <p:cNvSpPr txBox="1"/>
          <p:nvPr>
            <p:ph hasCustomPrompt="1" idx="9" type="title"/>
          </p:nvPr>
        </p:nvSpPr>
        <p:spPr>
          <a:xfrm>
            <a:off x="6053969" y="1707275"/>
            <a:ext cx="2370000" cy="1045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_1_1">
    <p:spTree>
      <p:nvGrpSpPr>
        <p:cNvPr id="223" name="Shape 223"/>
        <p:cNvGrpSpPr/>
        <p:nvPr/>
      </p:nvGrpSpPr>
      <p:grpSpPr>
        <a:xfrm>
          <a:off x="0" y="0"/>
          <a:ext cx="0" cy="0"/>
          <a:chOff x="0" y="0"/>
          <a:chExt cx="0" cy="0"/>
        </a:xfrm>
      </p:grpSpPr>
      <p:grpSp>
        <p:nvGrpSpPr>
          <p:cNvPr id="224" name="Google Shape;224;p20"/>
          <p:cNvGrpSpPr/>
          <p:nvPr/>
        </p:nvGrpSpPr>
        <p:grpSpPr>
          <a:xfrm>
            <a:off x="116074" y="58479"/>
            <a:ext cx="8921627" cy="5033415"/>
            <a:chOff x="116074" y="58479"/>
            <a:chExt cx="8921627" cy="5033415"/>
          </a:xfrm>
        </p:grpSpPr>
        <p:sp>
          <p:nvSpPr>
            <p:cNvPr id="225" name="Google Shape;225;p20"/>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 name="Google Shape;23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31" name="Google Shape;231;p20"/>
          <p:cNvSpPr txBox="1"/>
          <p:nvPr>
            <p:ph idx="1" type="subTitle"/>
          </p:nvPr>
        </p:nvSpPr>
        <p:spPr>
          <a:xfrm>
            <a:off x="1385225" y="2356575"/>
            <a:ext cx="3088200" cy="11970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32" name="Shape 232"/>
        <p:cNvGrpSpPr/>
        <p:nvPr/>
      </p:nvGrpSpPr>
      <p:grpSpPr>
        <a:xfrm>
          <a:off x="0" y="0"/>
          <a:ext cx="0" cy="0"/>
          <a:chOff x="0" y="0"/>
          <a:chExt cx="0" cy="0"/>
        </a:xfrm>
      </p:grpSpPr>
      <p:sp>
        <p:nvSpPr>
          <p:cNvPr id="233" name="Google Shape;23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34" name="Google Shape;234;p21"/>
          <p:cNvGrpSpPr/>
          <p:nvPr/>
        </p:nvGrpSpPr>
        <p:grpSpPr>
          <a:xfrm>
            <a:off x="116074" y="58479"/>
            <a:ext cx="8921627" cy="5033415"/>
            <a:chOff x="116074" y="58479"/>
            <a:chExt cx="8921627" cy="5033415"/>
          </a:xfrm>
        </p:grpSpPr>
        <p:sp>
          <p:nvSpPr>
            <p:cNvPr id="235" name="Google Shape;235;p21"/>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1"/>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ONLY_1_1">
    <p:spTree>
      <p:nvGrpSpPr>
        <p:cNvPr id="240" name="Shape 240"/>
        <p:cNvGrpSpPr/>
        <p:nvPr/>
      </p:nvGrpSpPr>
      <p:grpSpPr>
        <a:xfrm>
          <a:off x="0" y="0"/>
          <a:ext cx="0" cy="0"/>
          <a:chOff x="0" y="0"/>
          <a:chExt cx="0" cy="0"/>
        </a:xfrm>
      </p:grpSpPr>
      <p:sp>
        <p:nvSpPr>
          <p:cNvPr id="241" name="Google Shape;24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42" name="Google Shape;242;p22"/>
          <p:cNvGrpSpPr/>
          <p:nvPr/>
        </p:nvGrpSpPr>
        <p:grpSpPr>
          <a:xfrm>
            <a:off x="116074" y="58479"/>
            <a:ext cx="8921627" cy="5033415"/>
            <a:chOff x="116074" y="58479"/>
            <a:chExt cx="8921627" cy="5033415"/>
          </a:xfrm>
        </p:grpSpPr>
        <p:sp>
          <p:nvSpPr>
            <p:cNvPr id="243" name="Google Shape;243;p22"/>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22"/>
          <p:cNvSpPr txBox="1"/>
          <p:nvPr>
            <p:ph idx="1" type="subTitle"/>
          </p:nvPr>
        </p:nvSpPr>
        <p:spPr>
          <a:xfrm>
            <a:off x="1189850" y="2186950"/>
            <a:ext cx="2815500" cy="12399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ONLY_2">
    <p:spTree>
      <p:nvGrpSpPr>
        <p:cNvPr id="249" name="Shape 249"/>
        <p:cNvGrpSpPr/>
        <p:nvPr/>
      </p:nvGrpSpPr>
      <p:grpSpPr>
        <a:xfrm>
          <a:off x="0" y="0"/>
          <a:ext cx="0" cy="0"/>
          <a:chOff x="0" y="0"/>
          <a:chExt cx="0" cy="0"/>
        </a:xfrm>
      </p:grpSpPr>
      <p:sp>
        <p:nvSpPr>
          <p:cNvPr id="250" name="Google Shape;25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51" name="Google Shape;251;p23"/>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3"/>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
          <p:cNvSpPr txBox="1"/>
          <p:nvPr>
            <p:ph idx="1" type="subTitle"/>
          </p:nvPr>
        </p:nvSpPr>
        <p:spPr>
          <a:xfrm>
            <a:off x="5146550" y="2186950"/>
            <a:ext cx="2815500" cy="1239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257" name="Shape 257"/>
        <p:cNvGrpSpPr/>
        <p:nvPr/>
      </p:nvGrpSpPr>
      <p:grpSpPr>
        <a:xfrm>
          <a:off x="0" y="0"/>
          <a:ext cx="0" cy="0"/>
          <a:chOff x="0" y="0"/>
          <a:chExt cx="0" cy="0"/>
        </a:xfrm>
      </p:grpSpPr>
      <p:sp>
        <p:nvSpPr>
          <p:cNvPr id="258" name="Google Shape;258;p24"/>
          <p:cNvSpPr txBox="1"/>
          <p:nvPr>
            <p:ph type="title"/>
          </p:nvPr>
        </p:nvSpPr>
        <p:spPr>
          <a:xfrm>
            <a:off x="1010350" y="2659450"/>
            <a:ext cx="31854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b="1" sz="4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59" name="Google Shape;259;p24"/>
          <p:cNvSpPr txBox="1"/>
          <p:nvPr>
            <p:ph hasCustomPrompt="1" idx="2" type="title"/>
          </p:nvPr>
        </p:nvSpPr>
        <p:spPr>
          <a:xfrm>
            <a:off x="1010350" y="887025"/>
            <a:ext cx="3185400" cy="1963500"/>
          </a:xfrm>
          <a:prstGeom prst="rect">
            <a:avLst/>
          </a:prstGeom>
        </p:spPr>
        <p:txBody>
          <a:bodyPr anchorCtr="0" anchor="b" bIns="91425" lIns="91425" spcFirstLastPara="1" rIns="91425" wrap="square" tIns="91425">
            <a:noAutofit/>
          </a:bodyPr>
          <a:lstStyle>
            <a:lvl1pPr lvl="0" rtl="0">
              <a:spcBef>
                <a:spcPts val="0"/>
              </a:spcBef>
              <a:spcAft>
                <a:spcPts val="0"/>
              </a:spcAft>
              <a:buSzPts val="12000"/>
              <a:buNone/>
              <a:defRPr sz="120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60" name="Google Shape;260;p24"/>
          <p:cNvSpPr txBox="1"/>
          <p:nvPr>
            <p:ph idx="1" type="subTitle"/>
          </p:nvPr>
        </p:nvSpPr>
        <p:spPr>
          <a:xfrm>
            <a:off x="1330600" y="3499575"/>
            <a:ext cx="2544900" cy="756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261" name="Google Shape;261;p24"/>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4"/>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4"/>
          <p:cNvSpPr/>
          <p:nvPr/>
        </p:nvSpPr>
        <p:spPr>
          <a:xfrm flipH="1">
            <a:off x="4554352" y="1034100"/>
            <a:ext cx="2298696" cy="5825846"/>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4"/>
          <p:cNvSpPr/>
          <p:nvPr/>
        </p:nvSpPr>
        <p:spPr>
          <a:xfrm flipH="1" rot="10800000">
            <a:off x="6124477" y="-1400800"/>
            <a:ext cx="2298696" cy="5825846"/>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3">
    <p:spTree>
      <p:nvGrpSpPr>
        <p:cNvPr id="268" name="Shape 268"/>
        <p:cNvGrpSpPr/>
        <p:nvPr/>
      </p:nvGrpSpPr>
      <p:grpSpPr>
        <a:xfrm>
          <a:off x="0" y="0"/>
          <a:ext cx="0" cy="0"/>
          <a:chOff x="0" y="0"/>
          <a:chExt cx="0" cy="0"/>
        </a:xfrm>
      </p:grpSpPr>
      <p:sp>
        <p:nvSpPr>
          <p:cNvPr id="269" name="Google Shape;269;p25"/>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71" name="Google Shape;271;p25"/>
          <p:cNvSpPr txBox="1"/>
          <p:nvPr>
            <p:ph idx="1" type="subTitle"/>
          </p:nvPr>
        </p:nvSpPr>
        <p:spPr>
          <a:xfrm>
            <a:off x="1029000" y="2710700"/>
            <a:ext cx="2061000" cy="721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72" name="Google Shape;272;p25"/>
          <p:cNvSpPr txBox="1"/>
          <p:nvPr>
            <p:ph idx="2" type="subTitle"/>
          </p:nvPr>
        </p:nvSpPr>
        <p:spPr>
          <a:xfrm>
            <a:off x="720000" y="2252300"/>
            <a:ext cx="2370000" cy="534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73" name="Google Shape;273;p25"/>
          <p:cNvSpPr txBox="1"/>
          <p:nvPr>
            <p:ph idx="3" type="subTitle"/>
          </p:nvPr>
        </p:nvSpPr>
        <p:spPr>
          <a:xfrm>
            <a:off x="6054000" y="2710700"/>
            <a:ext cx="20610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74" name="Google Shape;274;p25"/>
          <p:cNvSpPr txBox="1"/>
          <p:nvPr>
            <p:ph idx="4" type="subTitle"/>
          </p:nvPr>
        </p:nvSpPr>
        <p:spPr>
          <a:xfrm>
            <a:off x="6054000" y="2252300"/>
            <a:ext cx="2370000" cy="534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Font typeface="Oranienbaum"/>
              <a:buNone/>
              <a:defRPr b="1" sz="2800">
                <a:latin typeface="Oranienbaum"/>
                <a:ea typeface="Oranienbaum"/>
                <a:cs typeface="Oranienbaum"/>
                <a:sym typeface="Oranienbaum"/>
              </a:defRPr>
            </a:lvl1pPr>
            <a:lvl2pPr lvl="1" rtl="0" algn="ctr">
              <a:spcBef>
                <a:spcPts val="0"/>
              </a:spcBef>
              <a:spcAft>
                <a:spcPts val="0"/>
              </a:spcAft>
              <a:buSzPts val="3000"/>
              <a:buFont typeface="Oranienbaum"/>
              <a:buNone/>
              <a:defRPr sz="3000">
                <a:latin typeface="Oranienbaum"/>
                <a:ea typeface="Oranienbaum"/>
                <a:cs typeface="Oranienbaum"/>
                <a:sym typeface="Oranienbaum"/>
              </a:defRPr>
            </a:lvl2pPr>
            <a:lvl3pPr lvl="2" rtl="0" algn="ctr">
              <a:spcBef>
                <a:spcPts val="0"/>
              </a:spcBef>
              <a:spcAft>
                <a:spcPts val="0"/>
              </a:spcAft>
              <a:buSzPts val="3000"/>
              <a:buFont typeface="Oranienbaum"/>
              <a:buNone/>
              <a:defRPr sz="3000">
                <a:latin typeface="Oranienbaum"/>
                <a:ea typeface="Oranienbaum"/>
                <a:cs typeface="Oranienbaum"/>
                <a:sym typeface="Oranienbaum"/>
              </a:defRPr>
            </a:lvl3pPr>
            <a:lvl4pPr lvl="3" rtl="0" algn="ctr">
              <a:spcBef>
                <a:spcPts val="0"/>
              </a:spcBef>
              <a:spcAft>
                <a:spcPts val="0"/>
              </a:spcAft>
              <a:buSzPts val="3000"/>
              <a:buFont typeface="Oranienbaum"/>
              <a:buNone/>
              <a:defRPr sz="3000">
                <a:latin typeface="Oranienbaum"/>
                <a:ea typeface="Oranienbaum"/>
                <a:cs typeface="Oranienbaum"/>
                <a:sym typeface="Oranienbaum"/>
              </a:defRPr>
            </a:lvl4pPr>
            <a:lvl5pPr lvl="4" rtl="0" algn="ctr">
              <a:spcBef>
                <a:spcPts val="0"/>
              </a:spcBef>
              <a:spcAft>
                <a:spcPts val="0"/>
              </a:spcAft>
              <a:buSzPts val="3000"/>
              <a:buFont typeface="Oranienbaum"/>
              <a:buNone/>
              <a:defRPr sz="3000">
                <a:latin typeface="Oranienbaum"/>
                <a:ea typeface="Oranienbaum"/>
                <a:cs typeface="Oranienbaum"/>
                <a:sym typeface="Oranienbaum"/>
              </a:defRPr>
            </a:lvl5pPr>
            <a:lvl6pPr lvl="5" rtl="0" algn="ctr">
              <a:spcBef>
                <a:spcPts val="0"/>
              </a:spcBef>
              <a:spcAft>
                <a:spcPts val="0"/>
              </a:spcAft>
              <a:buSzPts val="3000"/>
              <a:buFont typeface="Oranienbaum"/>
              <a:buNone/>
              <a:defRPr sz="3000">
                <a:latin typeface="Oranienbaum"/>
                <a:ea typeface="Oranienbaum"/>
                <a:cs typeface="Oranienbaum"/>
                <a:sym typeface="Oranienbaum"/>
              </a:defRPr>
            </a:lvl6pPr>
            <a:lvl7pPr lvl="6" rtl="0" algn="ctr">
              <a:spcBef>
                <a:spcPts val="0"/>
              </a:spcBef>
              <a:spcAft>
                <a:spcPts val="0"/>
              </a:spcAft>
              <a:buSzPts val="3000"/>
              <a:buFont typeface="Oranienbaum"/>
              <a:buNone/>
              <a:defRPr sz="3000">
                <a:latin typeface="Oranienbaum"/>
                <a:ea typeface="Oranienbaum"/>
                <a:cs typeface="Oranienbaum"/>
                <a:sym typeface="Oranienbaum"/>
              </a:defRPr>
            </a:lvl7pPr>
            <a:lvl8pPr lvl="7" rtl="0" algn="ctr">
              <a:spcBef>
                <a:spcPts val="0"/>
              </a:spcBef>
              <a:spcAft>
                <a:spcPts val="0"/>
              </a:spcAft>
              <a:buSzPts val="3000"/>
              <a:buFont typeface="Oranienbaum"/>
              <a:buNone/>
              <a:defRPr sz="3000">
                <a:latin typeface="Oranienbaum"/>
                <a:ea typeface="Oranienbaum"/>
                <a:cs typeface="Oranienbaum"/>
                <a:sym typeface="Oranienbaum"/>
              </a:defRPr>
            </a:lvl8pPr>
            <a:lvl9pPr lvl="8" rtl="0" algn="ctr">
              <a:spcBef>
                <a:spcPts val="0"/>
              </a:spcBef>
              <a:spcAft>
                <a:spcPts val="0"/>
              </a:spcAft>
              <a:buSzPts val="3000"/>
              <a:buFont typeface="Oranienbaum"/>
              <a:buNone/>
              <a:defRPr sz="3000">
                <a:latin typeface="Oranienbaum"/>
                <a:ea typeface="Oranienbaum"/>
                <a:cs typeface="Oranienbaum"/>
                <a:sym typeface="Oranienbaum"/>
              </a:defRPr>
            </a:lvl9pPr>
          </a:lstStyle>
          <a:p/>
        </p:txBody>
      </p:sp>
      <p:sp>
        <p:nvSpPr>
          <p:cNvPr id="275" name="Google Shape;275;p25"/>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5"/>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1">
    <p:spTree>
      <p:nvGrpSpPr>
        <p:cNvPr id="279" name="Shape 279"/>
        <p:cNvGrpSpPr/>
        <p:nvPr/>
      </p:nvGrpSpPr>
      <p:grpSpPr>
        <a:xfrm>
          <a:off x="0" y="0"/>
          <a:ext cx="0" cy="0"/>
          <a:chOff x="0" y="0"/>
          <a:chExt cx="0" cy="0"/>
        </a:xfrm>
      </p:grpSpPr>
      <p:sp>
        <p:nvSpPr>
          <p:cNvPr id="280" name="Google Shape;280;p26"/>
          <p:cNvSpPr/>
          <p:nvPr/>
        </p:nvSpPr>
        <p:spPr>
          <a:xfrm>
            <a:off x="6637212" y="1523850"/>
            <a:ext cx="2149212" cy="4828780"/>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6"/>
          <p:cNvSpPr/>
          <p:nvPr/>
        </p:nvSpPr>
        <p:spPr>
          <a:xfrm>
            <a:off x="357587" y="1523850"/>
            <a:ext cx="2149212" cy="4828780"/>
          </a:xfrm>
          <a:custGeom>
            <a:rect b="b" l="l" r="r" t="t"/>
            <a:pathLst>
              <a:path extrusionOk="0" h="38219" w="17011">
                <a:moveTo>
                  <a:pt x="8708" y="1"/>
                </a:moveTo>
                <a:cubicBezTo>
                  <a:pt x="8302" y="1"/>
                  <a:pt x="7760" y="299"/>
                  <a:pt x="7720" y="976"/>
                </a:cubicBezTo>
                <a:cubicBezTo>
                  <a:pt x="7679" y="1653"/>
                  <a:pt x="8100" y="1937"/>
                  <a:pt x="8100" y="1937"/>
                </a:cubicBezTo>
                <a:lnTo>
                  <a:pt x="8100" y="2439"/>
                </a:lnTo>
                <a:cubicBezTo>
                  <a:pt x="7314" y="2601"/>
                  <a:pt x="6542" y="3291"/>
                  <a:pt x="6542" y="3291"/>
                </a:cubicBezTo>
                <a:cubicBezTo>
                  <a:pt x="6542" y="3291"/>
                  <a:pt x="6339" y="2926"/>
                  <a:pt x="6027" y="2682"/>
                </a:cubicBezTo>
                <a:cubicBezTo>
                  <a:pt x="5979" y="2643"/>
                  <a:pt x="5925" y="2624"/>
                  <a:pt x="5871" y="2624"/>
                </a:cubicBezTo>
                <a:cubicBezTo>
                  <a:pt x="5664" y="2624"/>
                  <a:pt x="5442" y="2884"/>
                  <a:pt x="5431" y="3237"/>
                </a:cubicBezTo>
                <a:cubicBezTo>
                  <a:pt x="5421" y="3527"/>
                  <a:pt x="5347" y="3714"/>
                  <a:pt x="5247" y="3714"/>
                </a:cubicBezTo>
                <a:cubicBezTo>
                  <a:pt x="5216" y="3714"/>
                  <a:pt x="5182" y="3696"/>
                  <a:pt x="5147" y="3657"/>
                </a:cubicBezTo>
                <a:cubicBezTo>
                  <a:pt x="4662" y="3211"/>
                  <a:pt x="4324" y="3049"/>
                  <a:pt x="4134" y="3049"/>
                </a:cubicBezTo>
                <a:cubicBezTo>
                  <a:pt x="3920" y="3049"/>
                  <a:pt x="3892" y="3252"/>
                  <a:pt x="4050" y="3481"/>
                </a:cubicBezTo>
                <a:cubicBezTo>
                  <a:pt x="4348" y="3914"/>
                  <a:pt x="5256" y="5093"/>
                  <a:pt x="5581" y="5743"/>
                </a:cubicBezTo>
                <a:cubicBezTo>
                  <a:pt x="5810" y="6204"/>
                  <a:pt x="5919" y="7571"/>
                  <a:pt x="5960" y="8465"/>
                </a:cubicBezTo>
                <a:cubicBezTo>
                  <a:pt x="5960" y="8560"/>
                  <a:pt x="5987" y="9250"/>
                  <a:pt x="5987" y="9250"/>
                </a:cubicBezTo>
                <a:cubicBezTo>
                  <a:pt x="5973" y="9250"/>
                  <a:pt x="5960" y="9264"/>
                  <a:pt x="5946" y="9264"/>
                </a:cubicBezTo>
                <a:cubicBezTo>
                  <a:pt x="5729" y="9223"/>
                  <a:pt x="5621" y="9196"/>
                  <a:pt x="5608" y="9196"/>
                </a:cubicBezTo>
                <a:cubicBezTo>
                  <a:pt x="5567" y="9186"/>
                  <a:pt x="5525" y="9182"/>
                  <a:pt x="5484" y="9182"/>
                </a:cubicBezTo>
                <a:cubicBezTo>
                  <a:pt x="5242" y="9182"/>
                  <a:pt x="5015" y="9345"/>
                  <a:pt x="4958" y="9589"/>
                </a:cubicBezTo>
                <a:cubicBezTo>
                  <a:pt x="4889" y="9887"/>
                  <a:pt x="5066" y="10171"/>
                  <a:pt x="5350" y="10252"/>
                </a:cubicBezTo>
                <a:cubicBezTo>
                  <a:pt x="5391" y="10252"/>
                  <a:pt x="5621" y="10306"/>
                  <a:pt x="6014" y="10375"/>
                </a:cubicBezTo>
                <a:cubicBezTo>
                  <a:pt x="6027" y="10429"/>
                  <a:pt x="6041" y="10496"/>
                  <a:pt x="6054" y="10604"/>
                </a:cubicBezTo>
                <a:cubicBezTo>
                  <a:pt x="5824" y="10564"/>
                  <a:pt x="5689" y="10523"/>
                  <a:pt x="5689" y="10523"/>
                </a:cubicBezTo>
                <a:cubicBezTo>
                  <a:pt x="5623" y="10508"/>
                  <a:pt x="5557" y="10500"/>
                  <a:pt x="5491" y="10500"/>
                </a:cubicBezTo>
                <a:cubicBezTo>
                  <a:pt x="5100" y="10500"/>
                  <a:pt x="4738" y="10766"/>
                  <a:pt x="4646" y="11160"/>
                </a:cubicBezTo>
                <a:cubicBezTo>
                  <a:pt x="4524" y="11634"/>
                  <a:pt x="4808" y="12094"/>
                  <a:pt x="5283" y="12217"/>
                </a:cubicBezTo>
                <a:cubicBezTo>
                  <a:pt x="5323" y="12217"/>
                  <a:pt x="5689" y="12311"/>
                  <a:pt x="6285" y="12392"/>
                </a:cubicBezTo>
                <a:cubicBezTo>
                  <a:pt x="6298" y="12514"/>
                  <a:pt x="6312" y="12636"/>
                  <a:pt x="6325" y="12771"/>
                </a:cubicBezTo>
                <a:cubicBezTo>
                  <a:pt x="5283" y="12677"/>
                  <a:pt x="4633" y="12569"/>
                  <a:pt x="4605" y="12555"/>
                </a:cubicBezTo>
                <a:cubicBezTo>
                  <a:pt x="4555" y="12546"/>
                  <a:pt x="4505" y="12542"/>
                  <a:pt x="4455" y="12542"/>
                </a:cubicBezTo>
                <a:cubicBezTo>
                  <a:pt x="4040" y="12542"/>
                  <a:pt x="3676" y="12836"/>
                  <a:pt x="3603" y="13259"/>
                </a:cubicBezTo>
                <a:cubicBezTo>
                  <a:pt x="3508" y="13733"/>
                  <a:pt x="3820" y="14180"/>
                  <a:pt x="4293" y="14261"/>
                </a:cubicBezTo>
                <a:cubicBezTo>
                  <a:pt x="4375" y="14275"/>
                  <a:pt x="5187" y="14423"/>
                  <a:pt x="6460" y="14532"/>
                </a:cubicBezTo>
                <a:cubicBezTo>
                  <a:pt x="6447" y="16997"/>
                  <a:pt x="6081" y="21994"/>
                  <a:pt x="4971" y="26111"/>
                </a:cubicBezTo>
                <a:cubicBezTo>
                  <a:pt x="4443" y="27831"/>
                  <a:pt x="3996" y="29483"/>
                  <a:pt x="3996" y="29483"/>
                </a:cubicBezTo>
                <a:cubicBezTo>
                  <a:pt x="3996" y="29483"/>
                  <a:pt x="3264" y="29916"/>
                  <a:pt x="3075" y="30960"/>
                </a:cubicBezTo>
                <a:cubicBezTo>
                  <a:pt x="2872" y="32002"/>
                  <a:pt x="1531" y="32666"/>
                  <a:pt x="1139" y="32977"/>
                </a:cubicBezTo>
                <a:cubicBezTo>
                  <a:pt x="745" y="33289"/>
                  <a:pt x="868" y="33708"/>
                  <a:pt x="1639" y="34237"/>
                </a:cubicBezTo>
                <a:cubicBezTo>
                  <a:pt x="109" y="34968"/>
                  <a:pt x="1" y="36187"/>
                  <a:pt x="2087" y="37365"/>
                </a:cubicBezTo>
                <a:cubicBezTo>
                  <a:pt x="3345" y="38069"/>
                  <a:pt x="6569" y="38219"/>
                  <a:pt x="8695" y="38219"/>
                </a:cubicBezTo>
                <a:lnTo>
                  <a:pt x="9427" y="38219"/>
                </a:lnTo>
                <a:cubicBezTo>
                  <a:pt x="9494" y="38219"/>
                  <a:pt x="9562" y="38205"/>
                  <a:pt x="9629" y="38205"/>
                </a:cubicBezTo>
                <a:lnTo>
                  <a:pt x="9873" y="38205"/>
                </a:lnTo>
                <a:cubicBezTo>
                  <a:pt x="9941" y="38205"/>
                  <a:pt x="10009" y="38192"/>
                  <a:pt x="10077" y="38192"/>
                </a:cubicBezTo>
                <a:lnTo>
                  <a:pt x="10293" y="38192"/>
                </a:lnTo>
                <a:cubicBezTo>
                  <a:pt x="10321" y="38192"/>
                  <a:pt x="10334" y="38177"/>
                  <a:pt x="10348" y="38177"/>
                </a:cubicBezTo>
                <a:lnTo>
                  <a:pt x="10577" y="38177"/>
                </a:lnTo>
                <a:cubicBezTo>
                  <a:pt x="10646" y="38164"/>
                  <a:pt x="10700" y="38164"/>
                  <a:pt x="10767" y="38164"/>
                </a:cubicBezTo>
                <a:lnTo>
                  <a:pt x="10821" y="38164"/>
                </a:lnTo>
                <a:cubicBezTo>
                  <a:pt x="10875" y="38150"/>
                  <a:pt x="10943" y="38150"/>
                  <a:pt x="10998" y="38150"/>
                </a:cubicBezTo>
                <a:lnTo>
                  <a:pt x="11065" y="38150"/>
                </a:lnTo>
                <a:cubicBezTo>
                  <a:pt x="11119" y="38137"/>
                  <a:pt x="11173" y="38137"/>
                  <a:pt x="11241" y="38137"/>
                </a:cubicBezTo>
                <a:cubicBezTo>
                  <a:pt x="11254" y="38137"/>
                  <a:pt x="11282" y="38137"/>
                  <a:pt x="11309" y="38123"/>
                </a:cubicBezTo>
                <a:lnTo>
                  <a:pt x="11471" y="38123"/>
                </a:lnTo>
                <a:cubicBezTo>
                  <a:pt x="11498" y="38110"/>
                  <a:pt x="11525" y="38110"/>
                  <a:pt x="11552" y="38110"/>
                </a:cubicBezTo>
                <a:cubicBezTo>
                  <a:pt x="11607" y="38110"/>
                  <a:pt x="11648" y="38096"/>
                  <a:pt x="11702" y="38096"/>
                </a:cubicBezTo>
                <a:lnTo>
                  <a:pt x="11796" y="38096"/>
                </a:lnTo>
                <a:cubicBezTo>
                  <a:pt x="11837" y="38083"/>
                  <a:pt x="11891" y="38083"/>
                  <a:pt x="11946" y="38083"/>
                </a:cubicBezTo>
                <a:cubicBezTo>
                  <a:pt x="11973" y="38069"/>
                  <a:pt x="12000" y="38069"/>
                  <a:pt x="12027" y="38069"/>
                </a:cubicBezTo>
                <a:cubicBezTo>
                  <a:pt x="12081" y="38069"/>
                  <a:pt x="12121" y="38056"/>
                  <a:pt x="12175" y="38056"/>
                </a:cubicBezTo>
                <a:cubicBezTo>
                  <a:pt x="12202" y="38056"/>
                  <a:pt x="12244" y="38056"/>
                  <a:pt x="12271" y="38042"/>
                </a:cubicBezTo>
                <a:cubicBezTo>
                  <a:pt x="12311" y="38042"/>
                  <a:pt x="12365" y="38042"/>
                  <a:pt x="12406" y="38029"/>
                </a:cubicBezTo>
                <a:cubicBezTo>
                  <a:pt x="12446" y="38029"/>
                  <a:pt x="12473" y="38029"/>
                  <a:pt x="12500" y="38015"/>
                </a:cubicBezTo>
                <a:cubicBezTo>
                  <a:pt x="12555" y="38015"/>
                  <a:pt x="12596" y="38015"/>
                  <a:pt x="12636" y="38002"/>
                </a:cubicBezTo>
                <a:cubicBezTo>
                  <a:pt x="12677" y="38002"/>
                  <a:pt x="12704" y="38002"/>
                  <a:pt x="12731" y="37988"/>
                </a:cubicBezTo>
                <a:cubicBezTo>
                  <a:pt x="12785" y="37988"/>
                  <a:pt x="12825" y="37988"/>
                  <a:pt x="12867" y="37975"/>
                </a:cubicBezTo>
                <a:cubicBezTo>
                  <a:pt x="12894" y="37975"/>
                  <a:pt x="12934" y="37975"/>
                  <a:pt x="12961" y="37961"/>
                </a:cubicBezTo>
                <a:cubicBezTo>
                  <a:pt x="13002" y="37961"/>
                  <a:pt x="13042" y="37948"/>
                  <a:pt x="13083" y="37948"/>
                </a:cubicBezTo>
                <a:cubicBezTo>
                  <a:pt x="13123" y="37948"/>
                  <a:pt x="13150" y="37934"/>
                  <a:pt x="13192" y="37934"/>
                </a:cubicBezTo>
                <a:cubicBezTo>
                  <a:pt x="13232" y="37934"/>
                  <a:pt x="13273" y="37921"/>
                  <a:pt x="13300" y="37921"/>
                </a:cubicBezTo>
                <a:cubicBezTo>
                  <a:pt x="13340" y="37907"/>
                  <a:pt x="13381" y="37907"/>
                  <a:pt x="13408" y="37894"/>
                </a:cubicBezTo>
                <a:cubicBezTo>
                  <a:pt x="13448" y="37894"/>
                  <a:pt x="13475" y="37894"/>
                  <a:pt x="13517" y="37880"/>
                </a:cubicBezTo>
                <a:cubicBezTo>
                  <a:pt x="13557" y="37880"/>
                  <a:pt x="13584" y="37867"/>
                  <a:pt x="13625" y="37867"/>
                </a:cubicBezTo>
                <a:cubicBezTo>
                  <a:pt x="13652" y="37852"/>
                  <a:pt x="13692" y="37852"/>
                  <a:pt x="13719" y="37852"/>
                </a:cubicBezTo>
                <a:cubicBezTo>
                  <a:pt x="13760" y="37839"/>
                  <a:pt x="13787" y="37839"/>
                  <a:pt x="13828" y="37825"/>
                </a:cubicBezTo>
                <a:cubicBezTo>
                  <a:pt x="13855" y="37825"/>
                  <a:pt x="13896" y="37812"/>
                  <a:pt x="13923" y="37812"/>
                </a:cubicBezTo>
                <a:cubicBezTo>
                  <a:pt x="13963" y="37798"/>
                  <a:pt x="13990" y="37798"/>
                  <a:pt x="14031" y="37785"/>
                </a:cubicBezTo>
                <a:cubicBezTo>
                  <a:pt x="14058" y="37785"/>
                  <a:pt x="14085" y="37771"/>
                  <a:pt x="14125" y="37771"/>
                </a:cubicBezTo>
                <a:cubicBezTo>
                  <a:pt x="14153" y="37758"/>
                  <a:pt x="14180" y="37758"/>
                  <a:pt x="14221" y="37744"/>
                </a:cubicBezTo>
                <a:cubicBezTo>
                  <a:pt x="14248" y="37744"/>
                  <a:pt x="14275" y="37731"/>
                  <a:pt x="14302" y="37731"/>
                </a:cubicBezTo>
                <a:cubicBezTo>
                  <a:pt x="14342" y="37717"/>
                  <a:pt x="14369" y="37704"/>
                  <a:pt x="14396" y="37704"/>
                </a:cubicBezTo>
                <a:cubicBezTo>
                  <a:pt x="14423" y="37690"/>
                  <a:pt x="14451" y="37690"/>
                  <a:pt x="14478" y="37677"/>
                </a:cubicBezTo>
                <a:cubicBezTo>
                  <a:pt x="14519" y="37677"/>
                  <a:pt x="14546" y="37663"/>
                  <a:pt x="14573" y="37650"/>
                </a:cubicBezTo>
                <a:cubicBezTo>
                  <a:pt x="14600" y="37650"/>
                  <a:pt x="14627" y="37636"/>
                  <a:pt x="14654" y="37636"/>
                </a:cubicBezTo>
                <a:cubicBezTo>
                  <a:pt x="14681" y="37623"/>
                  <a:pt x="14708" y="37623"/>
                  <a:pt x="14735" y="37609"/>
                </a:cubicBezTo>
                <a:cubicBezTo>
                  <a:pt x="14763" y="37596"/>
                  <a:pt x="14790" y="37596"/>
                  <a:pt x="14817" y="37582"/>
                </a:cubicBezTo>
                <a:cubicBezTo>
                  <a:pt x="14844" y="37569"/>
                  <a:pt x="14871" y="37569"/>
                  <a:pt x="14898" y="37555"/>
                </a:cubicBezTo>
                <a:cubicBezTo>
                  <a:pt x="14925" y="37542"/>
                  <a:pt x="14938" y="37542"/>
                  <a:pt x="14965" y="37527"/>
                </a:cubicBezTo>
                <a:cubicBezTo>
                  <a:pt x="14992" y="37527"/>
                  <a:pt x="15019" y="37514"/>
                  <a:pt x="15046" y="37500"/>
                </a:cubicBezTo>
                <a:cubicBezTo>
                  <a:pt x="15060" y="37487"/>
                  <a:pt x="15088" y="37487"/>
                  <a:pt x="15101" y="37473"/>
                </a:cubicBezTo>
                <a:cubicBezTo>
                  <a:pt x="15128" y="37460"/>
                  <a:pt x="15155" y="37446"/>
                  <a:pt x="15182" y="37446"/>
                </a:cubicBezTo>
                <a:cubicBezTo>
                  <a:pt x="15196" y="37433"/>
                  <a:pt x="15209" y="37433"/>
                  <a:pt x="15223" y="37419"/>
                </a:cubicBezTo>
                <a:cubicBezTo>
                  <a:pt x="15263" y="37406"/>
                  <a:pt x="15304" y="37379"/>
                  <a:pt x="15344" y="37365"/>
                </a:cubicBezTo>
                <a:cubicBezTo>
                  <a:pt x="15873" y="37067"/>
                  <a:pt x="16252" y="36783"/>
                  <a:pt x="16523" y="36485"/>
                </a:cubicBezTo>
                <a:cubicBezTo>
                  <a:pt x="16617" y="36377"/>
                  <a:pt x="16699" y="36268"/>
                  <a:pt x="16753" y="36160"/>
                </a:cubicBezTo>
                <a:cubicBezTo>
                  <a:pt x="16807" y="36092"/>
                  <a:pt x="16834" y="36025"/>
                  <a:pt x="16861" y="35956"/>
                </a:cubicBezTo>
                <a:cubicBezTo>
                  <a:pt x="17011" y="35564"/>
                  <a:pt x="16929" y="35198"/>
                  <a:pt x="16672" y="34873"/>
                </a:cubicBezTo>
                <a:cubicBezTo>
                  <a:pt x="16617" y="34806"/>
                  <a:pt x="16563" y="34752"/>
                  <a:pt x="16496" y="34698"/>
                </a:cubicBezTo>
                <a:cubicBezTo>
                  <a:pt x="16319" y="34535"/>
                  <a:pt x="16076" y="34372"/>
                  <a:pt x="15792" y="34237"/>
                </a:cubicBezTo>
                <a:cubicBezTo>
                  <a:pt x="16577" y="33708"/>
                  <a:pt x="16686" y="33289"/>
                  <a:pt x="16292" y="32977"/>
                </a:cubicBezTo>
                <a:cubicBezTo>
                  <a:pt x="15900" y="32666"/>
                  <a:pt x="14559" y="32002"/>
                  <a:pt x="14369" y="30960"/>
                </a:cubicBezTo>
                <a:cubicBezTo>
                  <a:pt x="14167" y="29916"/>
                  <a:pt x="13448" y="29483"/>
                  <a:pt x="13448" y="29483"/>
                </a:cubicBezTo>
                <a:cubicBezTo>
                  <a:pt x="13448" y="29483"/>
                  <a:pt x="13002" y="27831"/>
                  <a:pt x="12460" y="26111"/>
                </a:cubicBezTo>
                <a:cubicBezTo>
                  <a:pt x="11363" y="22007"/>
                  <a:pt x="10984" y="17011"/>
                  <a:pt x="10984" y="14546"/>
                </a:cubicBezTo>
                <a:cubicBezTo>
                  <a:pt x="11621" y="14492"/>
                  <a:pt x="12284" y="14423"/>
                  <a:pt x="12961" y="14315"/>
                </a:cubicBezTo>
                <a:cubicBezTo>
                  <a:pt x="13435" y="14234"/>
                  <a:pt x="13760" y="13787"/>
                  <a:pt x="13679" y="13313"/>
                </a:cubicBezTo>
                <a:cubicBezTo>
                  <a:pt x="13617" y="12883"/>
                  <a:pt x="13244" y="12586"/>
                  <a:pt x="12820" y="12586"/>
                </a:cubicBezTo>
                <a:cubicBezTo>
                  <a:pt x="12777" y="12586"/>
                  <a:pt x="12734" y="12589"/>
                  <a:pt x="12690" y="12596"/>
                </a:cubicBezTo>
                <a:cubicBezTo>
                  <a:pt x="12148" y="12690"/>
                  <a:pt x="11607" y="12744"/>
                  <a:pt x="11065" y="12798"/>
                </a:cubicBezTo>
                <a:cubicBezTo>
                  <a:pt x="11092" y="12663"/>
                  <a:pt x="11106" y="12542"/>
                  <a:pt x="11119" y="12406"/>
                </a:cubicBezTo>
                <a:cubicBezTo>
                  <a:pt x="11404" y="12365"/>
                  <a:pt x="11688" y="12311"/>
                  <a:pt x="11973" y="12257"/>
                </a:cubicBezTo>
                <a:cubicBezTo>
                  <a:pt x="12446" y="12162"/>
                  <a:pt x="12744" y="11702"/>
                  <a:pt x="12650" y="11227"/>
                </a:cubicBezTo>
                <a:cubicBezTo>
                  <a:pt x="12556" y="10829"/>
                  <a:pt x="12199" y="10543"/>
                  <a:pt x="11806" y="10543"/>
                </a:cubicBezTo>
                <a:cubicBezTo>
                  <a:pt x="11745" y="10543"/>
                  <a:pt x="11683" y="10550"/>
                  <a:pt x="11621" y="10564"/>
                </a:cubicBezTo>
                <a:lnTo>
                  <a:pt x="11417" y="10604"/>
                </a:lnTo>
                <a:lnTo>
                  <a:pt x="11417" y="10388"/>
                </a:lnTo>
                <a:cubicBezTo>
                  <a:pt x="11579" y="10361"/>
                  <a:pt x="11742" y="10321"/>
                  <a:pt x="11904" y="10293"/>
                </a:cubicBezTo>
                <a:cubicBezTo>
                  <a:pt x="12202" y="10225"/>
                  <a:pt x="12392" y="9941"/>
                  <a:pt x="12325" y="9643"/>
                </a:cubicBezTo>
                <a:cubicBezTo>
                  <a:pt x="12277" y="9391"/>
                  <a:pt x="12038" y="9214"/>
                  <a:pt x="11786" y="9214"/>
                </a:cubicBezTo>
                <a:cubicBezTo>
                  <a:pt x="11754" y="9214"/>
                  <a:pt x="11721" y="9217"/>
                  <a:pt x="11688" y="9223"/>
                </a:cubicBezTo>
                <a:cubicBezTo>
                  <a:pt x="11621" y="9237"/>
                  <a:pt x="11566" y="9250"/>
                  <a:pt x="11512" y="9264"/>
                </a:cubicBezTo>
                <a:cubicBezTo>
                  <a:pt x="11485" y="9264"/>
                  <a:pt x="11471" y="9264"/>
                  <a:pt x="11458" y="9250"/>
                </a:cubicBezTo>
                <a:cubicBezTo>
                  <a:pt x="11458" y="9169"/>
                  <a:pt x="11458" y="8952"/>
                  <a:pt x="11471" y="8654"/>
                </a:cubicBezTo>
                <a:cubicBezTo>
                  <a:pt x="11471" y="8519"/>
                  <a:pt x="11485" y="8343"/>
                  <a:pt x="11498" y="8167"/>
                </a:cubicBezTo>
                <a:cubicBezTo>
                  <a:pt x="11498" y="8004"/>
                  <a:pt x="11512" y="7815"/>
                  <a:pt x="11525" y="7625"/>
                </a:cubicBezTo>
                <a:cubicBezTo>
                  <a:pt x="11552" y="7246"/>
                  <a:pt x="11594" y="6854"/>
                  <a:pt x="11648" y="6529"/>
                </a:cubicBezTo>
                <a:cubicBezTo>
                  <a:pt x="11688" y="6271"/>
                  <a:pt x="11742" y="6054"/>
                  <a:pt x="11796" y="5892"/>
                </a:cubicBezTo>
                <a:cubicBezTo>
                  <a:pt x="11810" y="5837"/>
                  <a:pt x="11837" y="5783"/>
                  <a:pt x="11850" y="5743"/>
                </a:cubicBezTo>
                <a:cubicBezTo>
                  <a:pt x="12189" y="5093"/>
                  <a:pt x="13083" y="3914"/>
                  <a:pt x="13381" y="3481"/>
                </a:cubicBezTo>
                <a:cubicBezTo>
                  <a:pt x="13435" y="3400"/>
                  <a:pt x="13475" y="3318"/>
                  <a:pt x="13490" y="3251"/>
                </a:cubicBezTo>
                <a:lnTo>
                  <a:pt x="13490" y="3197"/>
                </a:lnTo>
                <a:cubicBezTo>
                  <a:pt x="13479" y="3109"/>
                  <a:pt x="13416" y="3052"/>
                  <a:pt x="13302" y="3052"/>
                </a:cubicBezTo>
                <a:cubicBezTo>
                  <a:pt x="13136" y="3052"/>
                  <a:pt x="12859" y="3173"/>
                  <a:pt x="12473" y="3495"/>
                </a:cubicBezTo>
                <a:cubicBezTo>
                  <a:pt x="12406" y="3549"/>
                  <a:pt x="12352" y="3603"/>
                  <a:pt x="12284" y="3657"/>
                </a:cubicBezTo>
                <a:cubicBezTo>
                  <a:pt x="12250" y="3691"/>
                  <a:pt x="12226" y="3715"/>
                  <a:pt x="12203" y="3715"/>
                </a:cubicBezTo>
                <a:cubicBezTo>
                  <a:pt x="12199" y="3715"/>
                  <a:pt x="12194" y="3714"/>
                  <a:pt x="12189" y="3712"/>
                </a:cubicBezTo>
                <a:cubicBezTo>
                  <a:pt x="12162" y="3712"/>
                  <a:pt x="12148" y="3685"/>
                  <a:pt x="12121" y="3643"/>
                </a:cubicBezTo>
                <a:cubicBezTo>
                  <a:pt x="12108" y="3630"/>
                  <a:pt x="12108" y="3603"/>
                  <a:pt x="12094" y="3576"/>
                </a:cubicBezTo>
                <a:cubicBezTo>
                  <a:pt x="12067" y="3495"/>
                  <a:pt x="12040" y="3373"/>
                  <a:pt x="12013" y="3237"/>
                </a:cubicBezTo>
                <a:cubicBezTo>
                  <a:pt x="11959" y="3048"/>
                  <a:pt x="11864" y="2912"/>
                  <a:pt x="11756" y="2818"/>
                </a:cubicBezTo>
                <a:cubicBezTo>
                  <a:pt x="11648" y="2722"/>
                  <a:pt x="11512" y="2682"/>
                  <a:pt x="11404" y="2682"/>
                </a:cubicBezTo>
                <a:cubicBezTo>
                  <a:pt x="11282" y="2682"/>
                  <a:pt x="11119" y="2899"/>
                  <a:pt x="11011" y="3075"/>
                </a:cubicBezTo>
                <a:cubicBezTo>
                  <a:pt x="10984" y="3116"/>
                  <a:pt x="10971" y="3143"/>
                  <a:pt x="10956" y="3170"/>
                </a:cubicBezTo>
                <a:cubicBezTo>
                  <a:pt x="10943" y="3183"/>
                  <a:pt x="10929" y="3197"/>
                  <a:pt x="10929" y="3210"/>
                </a:cubicBezTo>
                <a:lnTo>
                  <a:pt x="10889" y="3291"/>
                </a:lnTo>
                <a:cubicBezTo>
                  <a:pt x="10889" y="3291"/>
                  <a:pt x="10131" y="2601"/>
                  <a:pt x="9331" y="2439"/>
                </a:cubicBezTo>
                <a:lnTo>
                  <a:pt x="9331" y="1937"/>
                </a:lnTo>
                <a:cubicBezTo>
                  <a:pt x="9331" y="1937"/>
                  <a:pt x="9440" y="1870"/>
                  <a:pt x="9548" y="1707"/>
                </a:cubicBezTo>
                <a:cubicBezTo>
                  <a:pt x="9643" y="1558"/>
                  <a:pt x="9738" y="1314"/>
                  <a:pt x="9725" y="976"/>
                </a:cubicBezTo>
                <a:cubicBezTo>
                  <a:pt x="9711" y="895"/>
                  <a:pt x="9698" y="814"/>
                  <a:pt x="9683" y="745"/>
                </a:cubicBezTo>
                <a:cubicBezTo>
                  <a:pt x="9670" y="718"/>
                  <a:pt x="9670" y="705"/>
                  <a:pt x="9656" y="678"/>
                </a:cubicBezTo>
                <a:cubicBezTo>
                  <a:pt x="9643" y="637"/>
                  <a:pt x="9629" y="583"/>
                  <a:pt x="9616" y="543"/>
                </a:cubicBezTo>
                <a:cubicBezTo>
                  <a:pt x="9602" y="516"/>
                  <a:pt x="9575" y="501"/>
                  <a:pt x="9562" y="474"/>
                </a:cubicBezTo>
                <a:cubicBezTo>
                  <a:pt x="9548" y="447"/>
                  <a:pt x="9521" y="407"/>
                  <a:pt x="9508" y="380"/>
                </a:cubicBezTo>
                <a:lnTo>
                  <a:pt x="9440" y="312"/>
                </a:lnTo>
                <a:lnTo>
                  <a:pt x="9386" y="258"/>
                </a:lnTo>
                <a:cubicBezTo>
                  <a:pt x="9345" y="231"/>
                  <a:pt x="9318" y="204"/>
                  <a:pt x="9291" y="176"/>
                </a:cubicBezTo>
                <a:cubicBezTo>
                  <a:pt x="9277" y="176"/>
                  <a:pt x="9250" y="163"/>
                  <a:pt x="9237" y="149"/>
                </a:cubicBezTo>
                <a:cubicBezTo>
                  <a:pt x="9196" y="122"/>
                  <a:pt x="9156" y="109"/>
                  <a:pt x="9115" y="95"/>
                </a:cubicBezTo>
                <a:cubicBezTo>
                  <a:pt x="9115" y="82"/>
                  <a:pt x="9102" y="82"/>
                  <a:pt x="9088" y="82"/>
                </a:cubicBezTo>
                <a:cubicBezTo>
                  <a:pt x="9048" y="55"/>
                  <a:pt x="8993" y="41"/>
                  <a:pt x="8952" y="28"/>
                </a:cubicBezTo>
                <a:lnTo>
                  <a:pt x="8939" y="28"/>
                </a:lnTo>
                <a:cubicBezTo>
                  <a:pt x="8885" y="14"/>
                  <a:pt x="8844" y="14"/>
                  <a:pt x="8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txBox="1"/>
          <p:nvPr>
            <p:ph type="ctrTitle"/>
          </p:nvPr>
        </p:nvSpPr>
        <p:spPr>
          <a:xfrm>
            <a:off x="2178025" y="723700"/>
            <a:ext cx="4788000" cy="1076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84" name="Google Shape;284;p26"/>
          <p:cNvSpPr txBox="1"/>
          <p:nvPr>
            <p:ph idx="1" type="subTitle"/>
          </p:nvPr>
        </p:nvSpPr>
        <p:spPr>
          <a:xfrm>
            <a:off x="2274425" y="2333150"/>
            <a:ext cx="4595100" cy="93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5" name="Google Shape;285;p26"/>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6"/>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6"/>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6"/>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txBox="1"/>
          <p:nvPr>
            <p:ph idx="2" type="subTitle"/>
          </p:nvPr>
        </p:nvSpPr>
        <p:spPr>
          <a:xfrm>
            <a:off x="2274425" y="1704625"/>
            <a:ext cx="4595100" cy="50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Font typeface="Oranienbaum"/>
              <a:buNone/>
              <a:defRPr b="1" sz="2800">
                <a:latin typeface="Oranienbaum"/>
                <a:ea typeface="Oranienbaum"/>
                <a:cs typeface="Oranienbaum"/>
                <a:sym typeface="Oranienbaum"/>
              </a:defRPr>
            </a:lvl1pPr>
            <a:lvl2pPr lvl="1"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2pPr>
            <a:lvl3pPr lvl="2"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3pPr>
            <a:lvl4pPr lvl="3"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4pPr>
            <a:lvl5pPr lvl="4"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5pPr>
            <a:lvl6pPr lvl="5"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6pPr>
            <a:lvl7pPr lvl="6"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7pPr>
            <a:lvl8pPr lvl="7"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8pPr>
            <a:lvl9pPr lvl="8" rtl="0" algn="ctr">
              <a:lnSpc>
                <a:spcPct val="100000"/>
              </a:lnSpc>
              <a:spcBef>
                <a:spcPts val="0"/>
              </a:spcBef>
              <a:spcAft>
                <a:spcPts val="0"/>
              </a:spcAft>
              <a:buSzPts val="2800"/>
              <a:buFont typeface="Oranienbaum"/>
              <a:buNone/>
              <a:defRPr sz="2800">
                <a:latin typeface="Oranienbaum"/>
                <a:ea typeface="Oranienbaum"/>
                <a:cs typeface="Oranienbaum"/>
                <a:sym typeface="Oranienbaum"/>
              </a:defRPr>
            </a:lvl9pPr>
          </a:lstStyle>
          <a:p/>
        </p:txBody>
      </p:sp>
      <p:sp>
        <p:nvSpPr>
          <p:cNvPr id="290" name="Google Shape;290;p26"/>
          <p:cNvSpPr txBox="1"/>
          <p:nvPr/>
        </p:nvSpPr>
        <p:spPr>
          <a:xfrm>
            <a:off x="2400000" y="3701175"/>
            <a:ext cx="4344000" cy="615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b="1" lang="en" sz="1200">
                <a:solidFill>
                  <a:schemeClr val="dk1"/>
                </a:solidFill>
                <a:latin typeface="Anaheim"/>
                <a:ea typeface="Anaheim"/>
                <a:cs typeface="Anaheim"/>
                <a:sym typeface="Anaheim"/>
              </a:rPr>
              <a:t>CREDITS:</a:t>
            </a:r>
            <a:r>
              <a:rPr lang="en" sz="1200">
                <a:solidFill>
                  <a:schemeClr val="dk1"/>
                </a:solidFill>
                <a:latin typeface="Anaheim"/>
                <a:ea typeface="Anaheim"/>
                <a:cs typeface="Anaheim"/>
                <a:sym typeface="Anaheim"/>
              </a:rPr>
              <a:t> This presentation template was created by </a:t>
            </a:r>
            <a:r>
              <a:rPr b="1" lang="en" sz="1200">
                <a:solidFill>
                  <a:schemeClr val="dk1"/>
                </a:solidFill>
                <a:uFill>
                  <a:noFill/>
                </a:uFill>
                <a:latin typeface="Anaheim"/>
                <a:ea typeface="Anaheim"/>
                <a:cs typeface="Anaheim"/>
                <a:sym typeface="Anaheim"/>
                <a:hlinkClick r:id="rId2">
                  <a:extLst>
                    <a:ext uri="{A12FA001-AC4F-418D-AE19-62706E023703}">
                      <ahyp:hlinkClr val="tx"/>
                    </a:ext>
                  </a:extLst>
                </a:hlinkClick>
              </a:rPr>
              <a:t>Slidesgo</a:t>
            </a:r>
            <a:r>
              <a:rPr lang="en" sz="1200">
                <a:solidFill>
                  <a:schemeClr val="dk1"/>
                </a:solidFill>
                <a:latin typeface="Anaheim"/>
                <a:ea typeface="Anaheim"/>
                <a:cs typeface="Anaheim"/>
                <a:sym typeface="Anaheim"/>
              </a:rPr>
              <a:t>, including icons by </a:t>
            </a:r>
            <a:r>
              <a:rPr b="1" lang="en" sz="1200">
                <a:solidFill>
                  <a:schemeClr val="dk1"/>
                </a:solidFill>
                <a:uFill>
                  <a:noFill/>
                </a:uFill>
                <a:latin typeface="Anaheim"/>
                <a:ea typeface="Anaheim"/>
                <a:cs typeface="Anaheim"/>
                <a:sym typeface="Anaheim"/>
                <a:hlinkClick r:id="rId3">
                  <a:extLst>
                    <a:ext uri="{A12FA001-AC4F-418D-AE19-62706E023703}">
                      <ahyp:hlinkClr val="tx"/>
                    </a:ext>
                  </a:extLst>
                </a:hlinkClick>
              </a:rPr>
              <a:t>Flaticon</a:t>
            </a:r>
            <a:r>
              <a:rPr lang="en" sz="1200">
                <a:solidFill>
                  <a:schemeClr val="dk1"/>
                </a:solidFill>
                <a:latin typeface="Anaheim"/>
                <a:ea typeface="Anaheim"/>
                <a:cs typeface="Anaheim"/>
                <a:sym typeface="Anaheim"/>
              </a:rPr>
              <a:t> and infographics &amp; images by </a:t>
            </a:r>
            <a:r>
              <a:rPr b="1" lang="en" sz="1200">
                <a:solidFill>
                  <a:schemeClr val="dk1"/>
                </a:solidFill>
                <a:uFill>
                  <a:noFill/>
                </a:uFill>
                <a:latin typeface="Anaheim"/>
                <a:ea typeface="Anaheim"/>
                <a:cs typeface="Anaheim"/>
                <a:sym typeface="Anaheim"/>
                <a:hlinkClick r:id="rId4">
                  <a:extLst>
                    <a:ext uri="{A12FA001-AC4F-418D-AE19-62706E023703}">
                      <ahyp:hlinkClr val="tx"/>
                    </a:ext>
                  </a:extLst>
                </a:hlinkClick>
              </a:rPr>
              <a:t>Freepik</a:t>
            </a:r>
            <a:endParaRPr b="1" sz="1200">
              <a:solidFill>
                <a:schemeClr val="dk1"/>
              </a:solidFill>
              <a:latin typeface="Anaheim"/>
              <a:ea typeface="Anaheim"/>
              <a:cs typeface="Anaheim"/>
              <a:sym typeface="Anahei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
    <p:spTree>
      <p:nvGrpSpPr>
        <p:cNvPr id="291" name="Shape 291"/>
        <p:cNvGrpSpPr/>
        <p:nvPr/>
      </p:nvGrpSpPr>
      <p:grpSpPr>
        <a:xfrm>
          <a:off x="0" y="0"/>
          <a:ext cx="0" cy="0"/>
          <a:chOff x="0" y="0"/>
          <a:chExt cx="0" cy="0"/>
        </a:xfrm>
      </p:grpSpPr>
      <p:sp>
        <p:nvSpPr>
          <p:cNvPr id="292" name="Google Shape;292;p27"/>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209625"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209625"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8686100" y="144000"/>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8686100" y="4751825"/>
            <a:ext cx="247800" cy="2478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
    <p:spTree>
      <p:nvGrpSpPr>
        <p:cNvPr id="297" name="Shape 297"/>
        <p:cNvGrpSpPr/>
        <p:nvPr/>
      </p:nvGrpSpPr>
      <p:grpSpPr>
        <a:xfrm>
          <a:off x="0" y="0"/>
          <a:ext cx="0" cy="0"/>
          <a:chOff x="0" y="0"/>
          <a:chExt cx="0" cy="0"/>
        </a:xfrm>
      </p:grpSpPr>
      <p:sp>
        <p:nvSpPr>
          <p:cNvPr id="298" name="Google Shape;298;p28"/>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rot="5400000">
            <a:off x="491572" y="439372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8"/>
          <p:cNvSpPr/>
          <p:nvPr/>
        </p:nvSpPr>
        <p:spPr>
          <a:xfrm rot="-5400000">
            <a:off x="8195572" y="-202380"/>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
          <p:cNvSpPr/>
          <p:nvPr/>
        </p:nvSpPr>
        <p:spPr>
          <a:xfrm rot="10800000">
            <a:off x="111672" y="19344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8"/>
          <p:cNvSpPr/>
          <p:nvPr/>
        </p:nvSpPr>
        <p:spPr>
          <a:xfrm>
            <a:off x="8590622" y="4028695"/>
            <a:ext cx="456865" cy="959034"/>
          </a:xfrm>
          <a:custGeom>
            <a:rect b="b" l="l" r="r" t="t"/>
            <a:pathLst>
              <a:path extrusionOk="0" h="23286" w="11093">
                <a:moveTo>
                  <a:pt x="5486" y="0"/>
                </a:moveTo>
                <a:cubicBezTo>
                  <a:pt x="5147" y="14"/>
                  <a:pt x="4876" y="285"/>
                  <a:pt x="4890" y="623"/>
                </a:cubicBezTo>
                <a:cubicBezTo>
                  <a:pt x="4890" y="867"/>
                  <a:pt x="5038" y="1071"/>
                  <a:pt x="5242" y="1165"/>
                </a:cubicBezTo>
                <a:cubicBezTo>
                  <a:pt x="4632" y="1694"/>
                  <a:pt x="2899" y="3359"/>
                  <a:pt x="2534" y="4388"/>
                </a:cubicBezTo>
                <a:cubicBezTo>
                  <a:pt x="1924" y="6136"/>
                  <a:pt x="2940" y="7273"/>
                  <a:pt x="3211" y="7869"/>
                </a:cubicBezTo>
                <a:cubicBezTo>
                  <a:pt x="3238" y="7936"/>
                  <a:pt x="3278" y="8018"/>
                  <a:pt x="3319" y="8113"/>
                </a:cubicBezTo>
                <a:cubicBezTo>
                  <a:pt x="3332" y="8140"/>
                  <a:pt x="3346" y="8153"/>
                  <a:pt x="3346" y="8153"/>
                </a:cubicBezTo>
                <a:cubicBezTo>
                  <a:pt x="3346" y="8153"/>
                  <a:pt x="2940" y="8586"/>
                  <a:pt x="3400" y="8790"/>
                </a:cubicBezTo>
                <a:cubicBezTo>
                  <a:pt x="3400" y="8938"/>
                  <a:pt x="3413" y="9182"/>
                  <a:pt x="3413" y="9182"/>
                </a:cubicBezTo>
                <a:cubicBezTo>
                  <a:pt x="3413" y="9182"/>
                  <a:pt x="2655" y="9480"/>
                  <a:pt x="2940" y="10171"/>
                </a:cubicBezTo>
                <a:cubicBezTo>
                  <a:pt x="1613" y="10347"/>
                  <a:pt x="1748" y="11349"/>
                  <a:pt x="3522" y="11376"/>
                </a:cubicBezTo>
                <a:cubicBezTo>
                  <a:pt x="3807" y="13584"/>
                  <a:pt x="3847" y="16022"/>
                  <a:pt x="2777" y="17795"/>
                </a:cubicBezTo>
                <a:cubicBezTo>
                  <a:pt x="2735" y="17782"/>
                  <a:pt x="2699" y="17776"/>
                  <a:pt x="2668" y="17776"/>
                </a:cubicBezTo>
                <a:cubicBezTo>
                  <a:pt x="2475" y="17776"/>
                  <a:pt x="2458" y="18002"/>
                  <a:pt x="2411" y="18189"/>
                </a:cubicBezTo>
                <a:cubicBezTo>
                  <a:pt x="2371" y="18405"/>
                  <a:pt x="1896" y="18960"/>
                  <a:pt x="1098" y="19462"/>
                </a:cubicBezTo>
                <a:cubicBezTo>
                  <a:pt x="298" y="19962"/>
                  <a:pt x="231" y="20356"/>
                  <a:pt x="488" y="20802"/>
                </a:cubicBezTo>
                <a:cubicBezTo>
                  <a:pt x="732" y="21262"/>
                  <a:pt x="1030" y="21412"/>
                  <a:pt x="1030" y="21412"/>
                </a:cubicBezTo>
                <a:lnTo>
                  <a:pt x="1030" y="21560"/>
                </a:lnTo>
                <a:cubicBezTo>
                  <a:pt x="1030" y="21560"/>
                  <a:pt x="0" y="21981"/>
                  <a:pt x="0" y="22468"/>
                </a:cubicBezTo>
                <a:cubicBezTo>
                  <a:pt x="14" y="22925"/>
                  <a:pt x="1153" y="23286"/>
                  <a:pt x="4764" y="23286"/>
                </a:cubicBezTo>
                <a:cubicBezTo>
                  <a:pt x="5011" y="23286"/>
                  <a:pt x="5269" y="23284"/>
                  <a:pt x="5540" y="23281"/>
                </a:cubicBezTo>
                <a:cubicBezTo>
                  <a:pt x="5811" y="23284"/>
                  <a:pt x="6071" y="23286"/>
                  <a:pt x="6319" y="23286"/>
                </a:cubicBezTo>
                <a:cubicBezTo>
                  <a:pt x="9940" y="23286"/>
                  <a:pt x="11079" y="22925"/>
                  <a:pt x="11093" y="22468"/>
                </a:cubicBezTo>
                <a:cubicBezTo>
                  <a:pt x="11093" y="21981"/>
                  <a:pt x="10049" y="21560"/>
                  <a:pt x="10049" y="21560"/>
                </a:cubicBezTo>
                <a:cubicBezTo>
                  <a:pt x="10049" y="21560"/>
                  <a:pt x="10049" y="21439"/>
                  <a:pt x="10063" y="21412"/>
                </a:cubicBezTo>
                <a:cubicBezTo>
                  <a:pt x="10063" y="21412"/>
                  <a:pt x="10347" y="21262"/>
                  <a:pt x="10605" y="20802"/>
                </a:cubicBezTo>
                <a:cubicBezTo>
                  <a:pt x="10849" y="20356"/>
                  <a:pt x="10795" y="19962"/>
                  <a:pt x="9995" y="19462"/>
                </a:cubicBezTo>
                <a:cubicBezTo>
                  <a:pt x="9197" y="18960"/>
                  <a:pt x="8722" y="18405"/>
                  <a:pt x="8668" y="18189"/>
                </a:cubicBezTo>
                <a:cubicBezTo>
                  <a:pt x="8633" y="18002"/>
                  <a:pt x="8618" y="17776"/>
                  <a:pt x="8425" y="17776"/>
                </a:cubicBezTo>
                <a:cubicBezTo>
                  <a:pt x="8394" y="17776"/>
                  <a:pt x="8358" y="17782"/>
                  <a:pt x="8316" y="17795"/>
                </a:cubicBezTo>
                <a:cubicBezTo>
                  <a:pt x="7246" y="16022"/>
                  <a:pt x="7286" y="13584"/>
                  <a:pt x="7571" y="11376"/>
                </a:cubicBezTo>
                <a:cubicBezTo>
                  <a:pt x="9332" y="11349"/>
                  <a:pt x="9480" y="10347"/>
                  <a:pt x="8153" y="10171"/>
                </a:cubicBezTo>
                <a:cubicBezTo>
                  <a:pt x="8438" y="9480"/>
                  <a:pt x="7680" y="9182"/>
                  <a:pt x="7680" y="9182"/>
                </a:cubicBezTo>
                <a:cubicBezTo>
                  <a:pt x="7680" y="9182"/>
                  <a:pt x="7680" y="8938"/>
                  <a:pt x="7693" y="8790"/>
                </a:cubicBezTo>
                <a:cubicBezTo>
                  <a:pt x="8153" y="8586"/>
                  <a:pt x="7747" y="8153"/>
                  <a:pt x="7747" y="8153"/>
                </a:cubicBezTo>
                <a:cubicBezTo>
                  <a:pt x="7747" y="8153"/>
                  <a:pt x="7761" y="8140"/>
                  <a:pt x="7774" y="8113"/>
                </a:cubicBezTo>
                <a:cubicBezTo>
                  <a:pt x="7815" y="8018"/>
                  <a:pt x="7855" y="7936"/>
                  <a:pt x="7882" y="7869"/>
                </a:cubicBezTo>
                <a:cubicBezTo>
                  <a:pt x="8153" y="7273"/>
                  <a:pt x="9169" y="6136"/>
                  <a:pt x="8546" y="4388"/>
                </a:cubicBezTo>
                <a:cubicBezTo>
                  <a:pt x="8180" y="3359"/>
                  <a:pt x="6461" y="1694"/>
                  <a:pt x="5851" y="1165"/>
                </a:cubicBezTo>
                <a:cubicBezTo>
                  <a:pt x="6055" y="1071"/>
                  <a:pt x="6203" y="867"/>
                  <a:pt x="6203" y="623"/>
                </a:cubicBezTo>
                <a:cubicBezTo>
                  <a:pt x="6217" y="285"/>
                  <a:pt x="5946" y="14"/>
                  <a:pt x="5607" y="0"/>
                </a:cubicBezTo>
                <a:cubicBezTo>
                  <a:pt x="5580" y="0"/>
                  <a:pt x="5567" y="14"/>
                  <a:pt x="5540" y="14"/>
                </a:cubicBezTo>
                <a:cubicBezTo>
                  <a:pt x="5526" y="14"/>
                  <a:pt x="5499" y="0"/>
                  <a:pt x="54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2">
    <p:spTree>
      <p:nvGrpSpPr>
        <p:cNvPr id="303" name="Shape 303"/>
        <p:cNvGrpSpPr/>
        <p:nvPr/>
      </p:nvGrpSpPr>
      <p:grpSpPr>
        <a:xfrm>
          <a:off x="0" y="0"/>
          <a:ext cx="0" cy="0"/>
          <a:chOff x="0" y="0"/>
          <a:chExt cx="0" cy="0"/>
        </a:xfrm>
      </p:grpSpPr>
      <p:grpSp>
        <p:nvGrpSpPr>
          <p:cNvPr id="304" name="Google Shape;304;p29"/>
          <p:cNvGrpSpPr/>
          <p:nvPr/>
        </p:nvGrpSpPr>
        <p:grpSpPr>
          <a:xfrm>
            <a:off x="116074" y="58479"/>
            <a:ext cx="8921627" cy="5033415"/>
            <a:chOff x="116074" y="58479"/>
            <a:chExt cx="8921627" cy="5033415"/>
          </a:xfrm>
        </p:grpSpPr>
        <p:sp>
          <p:nvSpPr>
            <p:cNvPr id="305" name="Google Shape;305;p29"/>
            <p:cNvSpPr/>
            <p:nvPr/>
          </p:nvSpPr>
          <p:spPr>
            <a:xfrm>
              <a:off x="333900" y="268500"/>
              <a:ext cx="8476200" cy="460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9"/>
            <p:cNvSpPr/>
            <p:nvPr/>
          </p:nvSpPr>
          <p:spPr>
            <a:xfrm rot="5400000">
              <a:off x="348124" y="-49179"/>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9"/>
            <p:cNvSpPr/>
            <p:nvPr/>
          </p:nvSpPr>
          <p:spPr>
            <a:xfrm rot="10800000">
              <a:off x="8600399" y="1557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9"/>
            <p:cNvSpPr/>
            <p:nvPr/>
          </p:nvSpPr>
          <p:spPr>
            <a:xfrm flipH="1" rot="-5400000">
              <a:off x="8376924" y="454693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9"/>
            <p:cNvSpPr/>
            <p:nvPr/>
          </p:nvSpPr>
          <p:spPr>
            <a:xfrm>
              <a:off x="116074" y="4317271"/>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13" name="Shape 3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1pPr>
            <a:lvl2pPr lvl="1"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2pPr>
            <a:lvl3pPr lvl="2"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3pPr>
            <a:lvl4pPr lvl="3"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4pPr>
            <a:lvl5pPr lvl="4"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5pPr>
            <a:lvl6pPr lvl="5"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6pPr>
            <a:lvl7pPr lvl="6"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7pPr>
            <a:lvl8pPr lvl="7"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8pPr>
            <a:lvl9pPr lvl="8" algn="ctr">
              <a:spcBef>
                <a:spcPts val="0"/>
              </a:spcBef>
              <a:spcAft>
                <a:spcPts val="0"/>
              </a:spcAft>
              <a:buClr>
                <a:schemeClr val="dk1"/>
              </a:buClr>
              <a:buSzPts val="3200"/>
              <a:buFont typeface="Oranienbaum"/>
              <a:buNone/>
              <a:defRPr b="1" sz="3200">
                <a:solidFill>
                  <a:schemeClr val="dk1"/>
                </a:solidFill>
                <a:latin typeface="Oranienbaum"/>
                <a:ea typeface="Oranienbaum"/>
                <a:cs typeface="Oranienbaum"/>
                <a:sym typeface="Oranienbaum"/>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1pPr>
            <a:lvl2pPr indent="-330200" lvl="1" marL="9144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2pPr>
            <a:lvl3pPr indent="-330200" lvl="2" marL="13716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3pPr>
            <a:lvl4pPr indent="-330200" lvl="3" marL="18288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4pPr>
            <a:lvl5pPr indent="-330200" lvl="4" marL="22860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5pPr>
            <a:lvl6pPr indent="-330200" lvl="5" marL="27432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6pPr>
            <a:lvl7pPr indent="-330200" lvl="6" marL="32004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7pPr>
            <a:lvl8pPr indent="-330200" lvl="7" marL="36576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8pPr>
            <a:lvl9pPr indent="-330200" lvl="8" marL="4114800">
              <a:lnSpc>
                <a:spcPct val="100000"/>
              </a:lnSpc>
              <a:spcBef>
                <a:spcPts val="0"/>
              </a:spcBef>
              <a:spcAft>
                <a:spcPts val="0"/>
              </a:spcAft>
              <a:buClr>
                <a:schemeClr val="dk1"/>
              </a:buClr>
              <a:buSzPts val="1600"/>
              <a:buFont typeface="Anaheim"/>
              <a:buChar char="■"/>
              <a:defRPr sz="1600">
                <a:solidFill>
                  <a:schemeClr val="dk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10" name="Shape 310"/>
        <p:cNvGrpSpPr/>
        <p:nvPr/>
      </p:nvGrpSpPr>
      <p:grpSpPr>
        <a:xfrm>
          <a:off x="0" y="0"/>
          <a:ext cx="0" cy="0"/>
          <a:chOff x="0" y="0"/>
          <a:chExt cx="0" cy="0"/>
        </a:xfrm>
      </p:grpSpPr>
      <p:sp>
        <p:nvSpPr>
          <p:cNvPr id="311" name="Google Shape;311;p3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312" name="Google Shape;312;p3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it.ly/2Tynxth" TargetMode="External"/><Relationship Id="rId4" Type="http://schemas.openxmlformats.org/officeDocument/2006/relationships/hyperlink" Target="http://bit.ly/30B07Gq" TargetMode="External"/><Relationship Id="rId5" Type="http://schemas.openxmlformats.org/officeDocument/2006/relationships/hyperlink" Target="http://bit.ly/33VAFh3" TargetMode="External"/><Relationship Id="rId6" Type="http://schemas.openxmlformats.org/officeDocument/2006/relationships/slide" Target="slide37.xml"/><Relationship Id="rId7" Type="http://schemas.openxmlformats.org/officeDocument/2006/relationships/slide" Target="slide35.xml"/><Relationship Id="rId8" Type="http://schemas.openxmlformats.org/officeDocument/2006/relationships/slide" Target="slide38.xml"/><Relationship Id="rId9" Type="http://schemas.openxmlformats.org/officeDocument/2006/relationships/slide" Target="slide39.xml"/><Relationship Id="rId10" Type="http://schemas.openxmlformats.org/officeDocument/2006/relationships/slide" Target="slide41.xml"/><Relationship Id="rId11" Type="http://schemas.openxmlformats.org/officeDocument/2006/relationships/slide" Target="slide41.xml"/><Relationship Id="rId12" Type="http://schemas.openxmlformats.org/officeDocument/2006/relationships/slide" Target="slide42.xml"/><Relationship Id="rId13" Type="http://schemas.openxmlformats.org/officeDocument/2006/relationships/hyperlink" Target="https://storyset.com/?utm_source=slidesgo_template&amp;utm_medium=referral-link&amp;utm_campaign=slidesgo_contents_of_this_template&amp;utm_term=storyset&amp;utm_content=storyset" TargetMode="External"/><Relationship Id="rId14" Type="http://schemas.openxmlformats.org/officeDocument/2006/relationships/slide" Target="slide43.xml"/><Relationship Id="rId15" Type="http://schemas.openxmlformats.org/officeDocument/2006/relationships/slide" Target="slide43.xml"/><Relationship Id="rId16" Type="http://schemas.openxmlformats.org/officeDocument/2006/relationships/slide" Target="slide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freepik.com/free-vector/wedding-card-with-chess-pieces_2056687.htm#page=1&amp;query=chess&amp;position=40#&amp;position=40/?utm_source=slidesgo_template&amp;utm_medium=referral-link&amp;utm_campaign=s%20g_resources&amp;utm_content=freepik" TargetMode="External"/><Relationship Id="rId4" Type="http://schemas.openxmlformats.org/officeDocument/2006/relationships/hyperlink" Target="https://www.freepik.com/free-vector/sport-banners-with-elements_879653.htm/?utm_source=slidesgo_template&amp;utm_medium=referral-link&amp;utm_campaign=s%20g_resources&amp;utm_content=freepik" TargetMode="External"/><Relationship Id="rId5" Type="http://schemas.openxmlformats.org/officeDocument/2006/relationships/hyperlink" Target="https://www.freepik.com/free-vector/chess-pieces-sketch_750298.htm/?utm_source=slidesgo_template&amp;utm_medium=referral-link&amp;utm_campaign=s%20g_resources&amp;utm_content=freepik" TargetMode="External"/><Relationship Id="rId6" Type="http://schemas.openxmlformats.org/officeDocument/2006/relationships/hyperlink" Target="https://www.flaticon.com/packs/gaming-fill?word=game/?utm_source=slidesgo_template&amp;utm_medium=referral-link&amp;utm_campaign=s%20g_resources&amp;utm_content=flaticon" TargetMode="External"/><Relationship Id="rId7" Type="http://schemas.openxmlformats.org/officeDocument/2006/relationships/hyperlink" Target="https://www.freepik.com/free-photo/checkmate-black-king-chess-board-success-concept_13850476.htm#page=1&amp;query=chess%20freepik&amp;position=4/?utm_source=slidesgo_template&amp;utm_medium=referral-link&amp;utm_campaign=s%20g_resources&amp;utm_content=freepik" TargetMode="External"/><Relationship Id="rId8" Type="http://schemas.openxmlformats.org/officeDocument/2006/relationships/hyperlink" Target="https://www.freepik.com/free-photo/close-up-woman-s-hand-playing-chess_3875057.htm/?utm_source=slidesgo_template&amp;utm_medium=referral-link&amp;utm_campaign=s%20g_resources&amp;utm_content=freepik"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9.xml"/><Relationship Id="rId3" Type="http://schemas.openxmlformats.org/officeDocument/2006/relationships/hyperlink" Target="http://bit.ly/2PfT4lq" TargetMode="External"/><Relationship Id="rId4" Type="http://schemas.openxmlformats.org/officeDocument/2006/relationships/slide" Target="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1.xml"/><Relationship Id="rId3" Type="http://schemas.openxmlformats.org/officeDocument/2006/relationships/hyperlink" Target="https://fonts.google.com/specimen/Oranienbaum" TargetMode="External"/><Relationship Id="rId4" Type="http://schemas.openxmlformats.org/officeDocument/2006/relationships/hyperlink" Target="https://fonts.google.com/specimen/Anahei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image" Target="../media/image11.gif"/><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amico?utm_source=slidesgo_template&amp;utm_medium=referral-link&amp;utm_campaign=slidesgo_final_slides&amp;utm_term=amico&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9"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1"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3" Type="http://schemas.openxmlformats.org/officeDocument/2006/relationships/image" Target="../media/image10.gif"/><Relationship Id="rId14" Type="http://schemas.openxmlformats.org/officeDocument/2006/relationships/image" Target="../media/image4.gif"/><Relationship Id="rId15" Type="http://schemas.openxmlformats.org/officeDocument/2006/relationships/image" Target="../media/image8.gif"/><Relationship Id="rId16" Type="http://schemas.openxmlformats.org/officeDocument/2006/relationships/image" Target="../media/image7.gif"/><Relationship Id="rId17"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3.xml"/><Relationship Id="rId3" Type="http://schemas.openxmlformats.org/officeDocument/2006/relationships/hyperlink" Target="https://bit.ly/2ZjL1p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9.xml"/><Relationship Id="rId3" Type="http://schemas.openxmlformats.org/officeDocument/2006/relationships/hyperlink" Target="https://chrome.google.com/webstore/detail/flaticon-for-gsuit-gslide/haekgjfnhhdkgfgmldhfokhmfkgmcib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ph type="ctrTitle"/>
          </p:nvPr>
        </p:nvSpPr>
        <p:spPr>
          <a:xfrm>
            <a:off x="2178025" y="1180900"/>
            <a:ext cx="4788000" cy="224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CHESS ENGINE WITH AI-DRIVEN EVALUATION</a:t>
            </a:r>
            <a:endParaRPr/>
          </a:p>
        </p:txBody>
      </p:sp>
      <p:sp>
        <p:nvSpPr>
          <p:cNvPr id="319" name="Google Shape;319;p32"/>
          <p:cNvSpPr txBox="1"/>
          <p:nvPr>
            <p:ph idx="1" type="subTitle"/>
          </p:nvPr>
        </p:nvSpPr>
        <p:spPr>
          <a:xfrm>
            <a:off x="2274425" y="3461900"/>
            <a:ext cx="4595100" cy="50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Minimax Search with Alpha-Beta Pruning &amp; Texel-Tuned Evaluation</a:t>
            </a:r>
            <a:endParaRPr/>
          </a:p>
          <a:p>
            <a:r>
              <a:t>IT255 — Artificial Intelligence Mini Project</a:t>
            </a:r>
          </a:p>
        </p:txBody>
      </p:sp>
      <p:sp>
        <p:nvSpPr>
          <p:cNvPr id="320" name="Google Shape;320;p32"/>
          <p:cNvSpPr/>
          <p:nvPr/>
        </p:nvSpPr>
        <p:spPr>
          <a:xfrm>
            <a:off x="3812225" y="791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
          <p:cNvSpPr/>
          <p:nvPr/>
        </p:nvSpPr>
        <p:spPr>
          <a:xfrm>
            <a:off x="4482425" y="791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2"/>
          <p:cNvSpPr/>
          <p:nvPr/>
        </p:nvSpPr>
        <p:spPr>
          <a:xfrm>
            <a:off x="5152625" y="791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2"/>
          <p:cNvSpPr/>
          <p:nvPr/>
        </p:nvSpPr>
        <p:spPr>
          <a:xfrm>
            <a:off x="3812225" y="4172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
          <p:cNvSpPr/>
          <p:nvPr/>
        </p:nvSpPr>
        <p:spPr>
          <a:xfrm>
            <a:off x="4482425" y="4172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2"/>
          <p:cNvSpPr/>
          <p:nvPr/>
        </p:nvSpPr>
        <p:spPr>
          <a:xfrm>
            <a:off x="5152625" y="4172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3"/>
          <p:cNvSpPr txBox="1"/>
          <p:nvPr>
            <p:ph type="title"/>
          </p:nvPr>
        </p:nvSpPr>
        <p:spPr>
          <a:xfrm>
            <a:off x="720075"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a:t>PROJECT OVERVIEW</a:t>
            </a:r>
            <a:endParaRPr b="1"/>
          </a:p>
        </p:txBody>
      </p:sp>
      <p:sp>
        <p:nvSpPr>
          <p:cNvPr id="331" name="Google Shape;331;p33"/>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A complete chess engine built from scratch in Python, combining:</a:t>
            </a:r>
            <a:endParaRPr/>
          </a:p>
          <a:p>
            <a:pPr indent="-307975" lvl="0" marL="457200" rtl="0" algn="l">
              <a:spcBef>
                <a:spcPts val="0"/>
              </a:spcBef>
              <a:spcAft>
                <a:spcPts val="0"/>
              </a:spcAft>
              <a:buClr>
                <a:schemeClr val="dk1"/>
              </a:buClr>
              <a:buSzPts val="1250"/>
              <a:buAutoNum type="arabicPeriod"/>
            </a:pPr>
            <a:endParaRPr/>
          </a:p>
          <a:p>
            <a:pPr indent="-307975" lvl="0" marL="457200" rtl="0" algn="l">
              <a:spcBef>
                <a:spcPts val="0"/>
              </a:spcBef>
              <a:spcAft>
                <a:spcPts val="0"/>
              </a:spcAft>
              <a:buClr>
                <a:schemeClr val="dk1"/>
              </a:buClr>
              <a:buSzPts val="1250"/>
              <a:buAutoNum type="arabicPeriod"/>
            </a:pPr>
            <a:endParaRPr/>
          </a:p>
          <a:p>
            <a:pPr indent="-307975" lvl="0" marL="457200" rtl="0" algn="l">
              <a:spcBef>
                <a:spcPts val="0"/>
              </a:spcBef>
              <a:spcAft>
                <a:spcPts val="0"/>
              </a:spcAft>
              <a:buClr>
                <a:schemeClr val="dk1"/>
              </a:buClr>
              <a:buSzPts val="1250"/>
              <a:buAutoNum type="arabicPeriod"/>
            </a:pPr>
            <a:endParaRPr/>
          </a:p>
          <a:p>
            <a:pPr indent="-307975" lvl="0" marL="457200" rtl="0" algn="l">
              <a:spcBef>
                <a:spcPts val="0"/>
              </a:spcBef>
              <a:spcAft>
                <a:spcPts val="0"/>
              </a:spcAft>
              <a:buClr>
                <a:schemeClr val="dk1"/>
              </a:buClr>
              <a:buSzPts val="1250"/>
              <a:buAutoNum type="arabicPeriod"/>
            </a:pPr>
            <a:endParaRPr/>
          </a:p>
          <a:p>
            <a:pPr indent="-307975" lvl="0" marL="457200" rtl="0" algn="l">
              <a:spcBef>
                <a:spcPts val="0"/>
              </a:spcBef>
              <a:spcAft>
                <a:spcPts val="0"/>
              </a:spcAft>
              <a:buClr>
                <a:schemeClr val="dk1"/>
              </a:buClr>
              <a:buSzPts val="1250"/>
              <a:buAutoNum type="arabicPeriod"/>
            </a:pPr>
            <a:endParaRPr/>
          </a:p>
          <a:p>
            <a:pPr indent="-307975" lvl="0" marL="457200" rtl="0" algn="l">
              <a:spcBef>
                <a:spcPts val="0"/>
              </a:spcBef>
              <a:spcAft>
                <a:spcPts val="0"/>
              </a:spcAft>
              <a:buClr>
                <a:schemeClr val="dk1"/>
              </a:buClr>
              <a:buSzPts val="1250"/>
              <a:buAutoNum type="arabicPeriod"/>
            </a:pPr>
            <a:endParaRPr/>
          </a:p>
          <a:p>
            <a:pPr indent="-307975" lvl="0" marL="914400" rtl="0" algn="l">
              <a:spcBef>
                <a:spcPts val="0"/>
              </a:spcBef>
              <a:spcAft>
                <a:spcPts val="0"/>
              </a:spcAft>
              <a:buClr>
                <a:schemeClr val="dk1"/>
              </a:buClr>
              <a:buSzPts val="1250"/>
              <a:buChar char="●"/>
            </a:pPr>
            <a:endParaRPr/>
          </a:p>
          <a:p>
            <a:pPr indent="-307975" lvl="0" marL="914400" rtl="0" algn="l">
              <a:spcBef>
                <a:spcPts val="0"/>
              </a:spcBef>
              <a:spcAft>
                <a:spcPts val="0"/>
              </a:spcAft>
              <a:buClr>
                <a:schemeClr val="dk1"/>
              </a:buClr>
              <a:buSzPts val="1250"/>
              <a:buChar char="●"/>
            </a:pPr>
            <a:endParaRPr/>
          </a:p>
          <a:p>
            <a:pPr indent="-307975" lvl="0" marL="914400" rtl="0" algn="l">
              <a:spcBef>
                <a:spcPts val="0"/>
              </a:spcBef>
              <a:spcAft>
                <a:spcPts val="0"/>
              </a:spcAft>
              <a:buClr>
                <a:schemeClr val="dk1"/>
              </a:buClr>
              <a:buSzPts val="1250"/>
              <a:buChar char="●"/>
            </a:pPr>
            <a:endParaRPr/>
          </a:p>
          <a:p>
            <a:pPr indent="-307975" lvl="0" marL="914400" rtl="0" algn="l">
              <a:spcBef>
                <a:spcPts val="0"/>
              </a:spcBef>
              <a:spcAft>
                <a:spcPts val="0"/>
              </a:spcAft>
              <a:buClr>
                <a:schemeClr val="dk1"/>
              </a:buClr>
              <a:buSzPts val="1250"/>
              <a:buChar char="●"/>
            </a:pPr>
            <a:endParaRPr/>
          </a:p>
          <a:p>
            <a:pPr indent="0" lvl="0" marL="0" rtl="0" algn="l">
              <a:spcBef>
                <a:spcPts val="1600"/>
              </a:spcBef>
              <a:spcAft>
                <a:spcPts val="0"/>
              </a:spcAft>
              <a:buClr>
                <a:schemeClr val="dk1"/>
              </a:buClr>
              <a:buSzPts val="1100"/>
              <a:buFont typeface="Arial"/>
              <a:buNone/>
            </a:pPr>
            <a:endParaRPr/>
          </a:p>
          <a:p>
            <a:r>
              <a:t/>
            </a:r>
          </a:p>
          <a:p>
            <a:r>
              <a:t>• Classical AI search: Negamax with Alpha-Beta Pruning, Iterative Deepening</a:t>
            </a:r>
          </a:p>
          <a:p>
            <a:r>
              <a:t>• Data-driven optimization: 803-parameter Texel Tuning via L-BFGS-B</a:t>
            </a:r>
          </a:p>
          <a:p>
            <a:r>
              <a:t>• Knowledge integration: Polyglot Opening Book + Syzygy Endgame Tablebases</a:t>
            </a:r>
          </a:p>
          <a:p>
            <a:r>
              <a:t>• Interactive UI: Full Pygame chessboard with drag-and-drop, eval bar, and clocks</a:t>
            </a:r>
          </a:p>
          <a:p>
            <a:r>
              <a:t/>
            </a:r>
          </a:p>
          <a:p>
            <a:r>
              <a:t>Team Members: &lt;Name 1&gt; | &lt;Name 2&gt; | &lt;Name 3&gt; | &lt;Name 4&gt;</a:t>
            </a:r>
          </a:p>
          <a:p>
            <a:r>
              <a:t>Guide: &lt;Professor Name&gt;</a:t>
            </a:r>
          </a:p>
        </p:txBody>
      </p:sp>
      <p:grpSp>
        <p:nvGrpSpPr>
          <p:cNvPr id="332" name="Google Shape;332;p33"/>
          <p:cNvGrpSpPr/>
          <p:nvPr/>
        </p:nvGrpSpPr>
        <p:grpSpPr>
          <a:xfrm>
            <a:off x="815900" y="681625"/>
            <a:ext cx="7512200" cy="179100"/>
            <a:chOff x="815900" y="681625"/>
            <a:chExt cx="7512200" cy="179100"/>
          </a:xfrm>
        </p:grpSpPr>
        <p:sp>
          <p:nvSpPr>
            <p:cNvPr id="333" name="Google Shape;333;p33"/>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TABLE OF CONTENTS</a:t>
            </a:r>
            <a:endParaRPr/>
          </a:p>
        </p:txBody>
      </p:sp>
      <p:sp>
        <p:nvSpPr>
          <p:cNvPr id="340" name="Google Shape;340;p34"/>
          <p:cNvSpPr txBox="1"/>
          <p:nvPr>
            <p:ph idx="1" type="subTitle"/>
          </p:nvPr>
        </p:nvSpPr>
        <p:spPr>
          <a:xfrm>
            <a:off x="1932788" y="22452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What makes this engine unique — hybrid classical + data-driven AI  [1.5 Marks]</a:t>
            </a:r>
            <a:endParaRPr/>
          </a:p>
        </p:txBody>
      </p:sp>
      <p:sp>
        <p:nvSpPr>
          <p:cNvPr id="341" name="Google Shape;341;p34"/>
          <p:cNvSpPr txBox="1"/>
          <p:nvPr>
            <p:ph idx="2" type="title"/>
          </p:nvPr>
        </p:nvSpPr>
        <p:spPr>
          <a:xfrm>
            <a:off x="780188" y="1634450"/>
            <a:ext cx="1152600" cy="107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01</a:t>
            </a:r>
            <a:endParaRPr/>
          </a:p>
        </p:txBody>
      </p:sp>
      <p:sp>
        <p:nvSpPr>
          <p:cNvPr id="342" name="Google Shape;342;p34"/>
          <p:cNvSpPr txBox="1"/>
          <p:nvPr>
            <p:ph idx="3" type="subTitle"/>
          </p:nvPr>
        </p:nvSpPr>
        <p:spPr>
          <a:xfrm>
            <a:off x="1932788" y="17106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INNOVATION &amp; NOVELTY</a:t>
            </a:r>
            <a:endParaRPr/>
          </a:p>
        </p:txBody>
      </p:sp>
      <p:sp>
        <p:nvSpPr>
          <p:cNvPr id="343" name="Google Shape;343;p34"/>
          <p:cNvSpPr txBox="1"/>
          <p:nvPr>
            <p:ph idx="4" type="title"/>
          </p:nvPr>
        </p:nvSpPr>
        <p:spPr>
          <a:xfrm>
            <a:off x="4720913" y="1634450"/>
            <a:ext cx="1152600" cy="107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02</a:t>
            </a:r>
            <a:endParaRPr/>
          </a:p>
        </p:txBody>
      </p:sp>
      <p:sp>
        <p:nvSpPr>
          <p:cNvPr id="344" name="Google Shape;344;p34"/>
          <p:cNvSpPr txBox="1"/>
          <p:nvPr>
            <p:ph idx="5" type="subTitle"/>
          </p:nvPr>
        </p:nvSpPr>
        <p:spPr>
          <a:xfrm>
            <a:off x="5873513" y="22452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The challenge of building a competitive chess engine  [1 Mark]</a:t>
            </a:r>
            <a:endParaRPr/>
          </a:p>
        </p:txBody>
      </p:sp>
      <p:sp>
        <p:nvSpPr>
          <p:cNvPr id="345" name="Google Shape;345;p34"/>
          <p:cNvSpPr txBox="1"/>
          <p:nvPr>
            <p:ph idx="6" type="subTitle"/>
          </p:nvPr>
        </p:nvSpPr>
        <p:spPr>
          <a:xfrm>
            <a:off x="5873513" y="17106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PROBLEM STATEMENT &amp; OBJECTIVE</a:t>
            </a:r>
            <a:endParaRPr/>
          </a:p>
        </p:txBody>
      </p:sp>
      <p:sp>
        <p:nvSpPr>
          <p:cNvPr id="346" name="Google Shape;346;p34"/>
          <p:cNvSpPr txBox="1"/>
          <p:nvPr>
            <p:ph idx="7" type="title"/>
          </p:nvPr>
        </p:nvSpPr>
        <p:spPr>
          <a:xfrm>
            <a:off x="780188" y="3095650"/>
            <a:ext cx="1152600" cy="107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03</a:t>
            </a:r>
            <a:endParaRPr/>
          </a:p>
        </p:txBody>
      </p:sp>
      <p:sp>
        <p:nvSpPr>
          <p:cNvPr id="347" name="Google Shape;347;p34"/>
          <p:cNvSpPr txBox="1"/>
          <p:nvPr>
            <p:ph idx="8" type="subTitle"/>
          </p:nvPr>
        </p:nvSpPr>
        <p:spPr>
          <a:xfrm>
            <a:off x="1932788" y="37064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Search algorithms, evaluation function, and tuning pipeline  [2 Marks]</a:t>
            </a:r>
            <a:endParaRPr/>
          </a:p>
        </p:txBody>
      </p:sp>
      <p:sp>
        <p:nvSpPr>
          <p:cNvPr id="348" name="Google Shape;348;p34"/>
          <p:cNvSpPr txBox="1"/>
          <p:nvPr>
            <p:ph idx="9" type="subTitle"/>
          </p:nvPr>
        </p:nvSpPr>
        <p:spPr>
          <a:xfrm>
            <a:off x="1932788" y="31718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METHODOLOGY &amp; WORKFLOW</a:t>
            </a:r>
            <a:endParaRPr/>
          </a:p>
        </p:txBody>
      </p:sp>
      <p:sp>
        <p:nvSpPr>
          <p:cNvPr id="349" name="Google Shape;349;p34"/>
          <p:cNvSpPr txBox="1"/>
          <p:nvPr>
            <p:ph idx="13" type="title"/>
          </p:nvPr>
        </p:nvSpPr>
        <p:spPr>
          <a:xfrm>
            <a:off x="4720913" y="3095650"/>
            <a:ext cx="1152600" cy="107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04</a:t>
            </a:r>
            <a:endParaRPr/>
          </a:p>
        </p:txBody>
      </p:sp>
      <p:sp>
        <p:nvSpPr>
          <p:cNvPr id="350" name="Google Shape;350;p34"/>
          <p:cNvSpPr txBox="1"/>
          <p:nvPr>
            <p:ph idx="14" type="subTitle"/>
          </p:nvPr>
        </p:nvSpPr>
        <p:spPr>
          <a:xfrm>
            <a:off x="5873513" y="37064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System architecture, code structure, and UI design  [2.5 Marks]</a:t>
            </a:r>
            <a:endParaRPr/>
          </a:p>
        </p:txBody>
      </p:sp>
      <p:sp>
        <p:nvSpPr>
          <p:cNvPr id="351" name="Google Shape;351;p34"/>
          <p:cNvSpPr txBox="1"/>
          <p:nvPr>
            <p:ph idx="15" type="subTitle"/>
          </p:nvPr>
        </p:nvSpPr>
        <p:spPr>
          <a:xfrm>
            <a:off x="5873513" y="3171850"/>
            <a:ext cx="24903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IMPLEMENTATION</a:t>
            </a:r>
            <a:endParaRPr/>
          </a:p>
        </p:txBody>
      </p:sp>
      <p:sp>
        <p:nvSpPr>
          <p:cNvPr id="352" name="Google Shape;352;p34"/>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4"/>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720000" y="2310300"/>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WHY THIS ENGINE IS DIFFERENT</a:t>
            </a:r>
            <a:endParaRPr/>
          </a:p>
        </p:txBody>
      </p:sp>
      <p:sp>
        <p:nvSpPr>
          <p:cNvPr id="359" name="Google Shape;359;p35"/>
          <p:cNvSpPr txBox="1"/>
          <p:nvPr>
            <p:ph idx="1" type="subTitle"/>
          </p:nvPr>
        </p:nvSpPr>
        <p:spPr>
          <a:xfrm>
            <a:off x="720000" y="3651600"/>
            <a:ext cx="3475200" cy="9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Most chess engines rely purely on hand-tuned evaluation functions. Our engine uniquely combines classical Minimax search with machine learning-style parameter optimization — 803 evaluation parameters tuned against 50,000+ Stockfish-evaluated positions using the L-BFGS-B gradient-based optimizer. This hybrid approach achieves measurably stronger play than the hand-tuned baseline.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type="title"/>
          </p:nvPr>
        </p:nvSpPr>
        <p:spPr>
          <a:xfrm>
            <a:off x="4820350" y="2659450"/>
            <a:ext cx="3185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INNOVATION &amp; NOVELTY</a:t>
            </a:r>
            <a:endParaRPr/>
          </a:p>
        </p:txBody>
      </p:sp>
      <p:sp>
        <p:nvSpPr>
          <p:cNvPr id="365" name="Google Shape;365;p36"/>
          <p:cNvSpPr txBox="1"/>
          <p:nvPr>
            <p:ph idx="1" type="subTitle"/>
          </p:nvPr>
        </p:nvSpPr>
        <p:spPr>
          <a:xfrm>
            <a:off x="5140600" y="3499575"/>
            <a:ext cx="25449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What makes this chess engine unique and innovative  [1.5 Marks]</a:t>
            </a:r>
            <a:endParaRPr/>
          </a:p>
        </p:txBody>
      </p:sp>
      <p:sp>
        <p:nvSpPr>
          <p:cNvPr id="366" name="Google Shape;366;p36"/>
          <p:cNvSpPr txBox="1"/>
          <p:nvPr>
            <p:ph idx="2" type="title"/>
          </p:nvPr>
        </p:nvSpPr>
        <p:spPr>
          <a:xfrm>
            <a:off x="4820350" y="887025"/>
            <a:ext cx="31854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367" name="Google Shape;367;p36"/>
          <p:cNvGrpSpPr/>
          <p:nvPr/>
        </p:nvGrpSpPr>
        <p:grpSpPr>
          <a:xfrm>
            <a:off x="5196100" y="1779225"/>
            <a:ext cx="2433900" cy="179100"/>
            <a:chOff x="5196100" y="2297550"/>
            <a:chExt cx="2433900" cy="179100"/>
          </a:xfrm>
        </p:grpSpPr>
        <p:sp>
          <p:nvSpPr>
            <p:cNvPr id="368" name="Google Shape;368;p36"/>
            <p:cNvSpPr/>
            <p:nvPr/>
          </p:nvSpPr>
          <p:spPr>
            <a:xfrm>
              <a:off x="5196100" y="22975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6"/>
            <p:cNvSpPr/>
            <p:nvPr/>
          </p:nvSpPr>
          <p:spPr>
            <a:xfrm>
              <a:off x="7450900" y="22975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KEY INNOVATIONS</a:t>
            </a:r>
            <a:endParaRPr/>
          </a:p>
        </p:txBody>
      </p:sp>
      <p:sp>
        <p:nvSpPr>
          <p:cNvPr id="375" name="Google Shape;375;p37"/>
          <p:cNvSpPr txBox="1"/>
          <p:nvPr>
            <p:ph idx="1" type="body"/>
          </p:nvPr>
        </p:nvSpPr>
        <p:spPr>
          <a:xfrm>
            <a:off x="720000" y="1692550"/>
            <a:ext cx="4655400" cy="237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t>★ Full-stack chess engine built entirely from scratch in Python</a:t>
            </a:r>
            <a:endParaRPr/>
          </a:p>
          <a:p>
            <a:pPr indent="-228600" lvl="0" marL="241300" rtl="0" algn="l">
              <a:spcBef>
                <a:spcPts val="0"/>
              </a:spcBef>
              <a:spcAft>
                <a:spcPts val="0"/>
              </a:spcAft>
              <a:buSzPts val="1600"/>
              <a:buAutoNum type="arabicPeriod"/>
            </a:pPr>
            <a:endParaRPr/>
          </a:p>
          <a:p>
            <a:pPr indent="-228600" lvl="0" marL="241300" rtl="0" algn="l">
              <a:spcBef>
                <a:spcPts val="0"/>
              </a:spcBef>
              <a:spcAft>
                <a:spcPts val="0"/>
              </a:spcAft>
              <a:buSzPts val="1600"/>
              <a:buAutoNum type="arabicPeriod"/>
            </a:pPr>
            <a:endParaRPr/>
          </a:p>
          <a:p>
            <a:pPr indent="-228600" lvl="0" marL="241300" rtl="0" algn="l">
              <a:spcBef>
                <a:spcPts val="0"/>
              </a:spcBef>
              <a:spcAft>
                <a:spcPts val="0"/>
              </a:spcAft>
              <a:buSzPts val="1600"/>
              <a:buAutoNum type="arabicPeriod"/>
            </a:pPr>
            <a:endParaRPr/>
          </a:p>
          <a:p>
            <a:pPr indent="0" lvl="0" marL="0" rtl="0" algn="l">
              <a:spcBef>
                <a:spcPts val="0"/>
              </a:spcBef>
              <a:spcAft>
                <a:spcPts val="0"/>
              </a:spcAft>
              <a:buClr>
                <a:srgbClr val="273D40"/>
              </a:buClr>
              <a:buSzPts val="600"/>
              <a:buFont typeface="Arial"/>
              <a:buNone/>
            </a:pPr>
            <a:endParaRPr sz="1800"/>
          </a:p>
          <a:p>
            <a:r>
              <a:t>★ Hybrid AI: Classical search (Minimax + Alpha-Beta) combined with data-driven Texel Tuning</a:t>
            </a:r>
          </a:p>
          <a:p>
            <a:r>
              <a:t>★ 803-parameter evaluation function optimized via L-BFGS-B on Stockfish training data</a:t>
            </a:r>
          </a:p>
          <a:p>
            <a:r>
              <a:t>★ PeSTO Piece-Square Tables with Texel-tuned refinement for accurate positional assessment</a:t>
            </a:r>
          </a:p>
          <a:p>
            <a:r>
              <a:t>★ Specialized endgame heuristics for KBN vs K, KBB vs K, and KRK mating patterns</a:t>
            </a:r>
          </a:p>
          <a:p>
            <a:r>
              <a:t>★ Tapered evaluation with smooth middlegame ↔ endgame phase transition (0–24 scale)</a:t>
            </a:r>
          </a:p>
          <a:p>
            <a:r>
              <a:t>★ Polyglot opening book + Syzygy endgame tablebases for knowledge integration</a:t>
            </a:r>
          </a:p>
          <a:p>
            <a:r>
              <a:t>★ Self-play benchmarking framework with live Pygame visualization</a:t>
            </a:r>
          </a:p>
        </p:txBody>
      </p:sp>
      <p:grpSp>
        <p:nvGrpSpPr>
          <p:cNvPr id="376" name="Google Shape;376;p37"/>
          <p:cNvGrpSpPr/>
          <p:nvPr/>
        </p:nvGrpSpPr>
        <p:grpSpPr>
          <a:xfrm>
            <a:off x="5673099" y="1739783"/>
            <a:ext cx="2750902" cy="2277618"/>
            <a:chOff x="5673099" y="1739783"/>
            <a:chExt cx="2750902" cy="2277618"/>
          </a:xfrm>
        </p:grpSpPr>
        <p:sp>
          <p:nvSpPr>
            <p:cNvPr id="377" name="Google Shape;377;p37"/>
            <p:cNvSpPr/>
            <p:nvPr/>
          </p:nvSpPr>
          <p:spPr>
            <a:xfrm>
              <a:off x="5673099" y="1739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
            <p:cNvSpPr/>
            <p:nvPr/>
          </p:nvSpPr>
          <p:spPr>
            <a:xfrm>
              <a:off x="6251499" y="1739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7"/>
            <p:cNvSpPr/>
            <p:nvPr/>
          </p:nvSpPr>
          <p:spPr>
            <a:xfrm>
              <a:off x="6829899" y="1739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7"/>
            <p:cNvSpPr/>
            <p:nvPr/>
          </p:nvSpPr>
          <p:spPr>
            <a:xfrm>
              <a:off x="7408299" y="1739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7"/>
            <p:cNvSpPr/>
            <p:nvPr/>
          </p:nvSpPr>
          <p:spPr>
            <a:xfrm>
              <a:off x="7986699" y="1739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7"/>
            <p:cNvSpPr/>
            <p:nvPr/>
          </p:nvSpPr>
          <p:spPr>
            <a:xfrm>
              <a:off x="5673099" y="25522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p:nvPr/>
          </p:nvSpPr>
          <p:spPr>
            <a:xfrm>
              <a:off x="6251499" y="25522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7"/>
            <p:cNvSpPr/>
            <p:nvPr/>
          </p:nvSpPr>
          <p:spPr>
            <a:xfrm>
              <a:off x="6829899" y="25522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7"/>
            <p:cNvSpPr/>
            <p:nvPr/>
          </p:nvSpPr>
          <p:spPr>
            <a:xfrm>
              <a:off x="7408299" y="25522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7"/>
            <p:cNvSpPr/>
            <p:nvPr/>
          </p:nvSpPr>
          <p:spPr>
            <a:xfrm>
              <a:off x="7986699" y="25522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7"/>
            <p:cNvSpPr/>
            <p:nvPr/>
          </p:nvSpPr>
          <p:spPr>
            <a:xfrm>
              <a:off x="5673099" y="3364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7"/>
            <p:cNvSpPr/>
            <p:nvPr/>
          </p:nvSpPr>
          <p:spPr>
            <a:xfrm>
              <a:off x="6251499" y="3364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7"/>
            <p:cNvSpPr/>
            <p:nvPr/>
          </p:nvSpPr>
          <p:spPr>
            <a:xfrm>
              <a:off x="6829899" y="3364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7"/>
            <p:cNvSpPr/>
            <p:nvPr/>
          </p:nvSpPr>
          <p:spPr>
            <a:xfrm>
              <a:off x="7408299" y="3364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7"/>
            <p:cNvSpPr/>
            <p:nvPr/>
          </p:nvSpPr>
          <p:spPr>
            <a:xfrm>
              <a:off x="7986699" y="3364783"/>
              <a:ext cx="437302" cy="652618"/>
            </a:xfrm>
            <a:custGeom>
              <a:rect b="b" l="l" r="r" t="t"/>
              <a:pathLst>
                <a:path extrusionOk="0" h="15846" w="10618">
                  <a:moveTo>
                    <a:pt x="5188" y="0"/>
                  </a:moveTo>
                  <a:cubicBezTo>
                    <a:pt x="3806" y="0"/>
                    <a:pt x="2682" y="1111"/>
                    <a:pt x="2669" y="2505"/>
                  </a:cubicBezTo>
                  <a:cubicBezTo>
                    <a:pt x="2669" y="3603"/>
                    <a:pt x="3373" y="4551"/>
                    <a:pt x="4361" y="4889"/>
                  </a:cubicBezTo>
                  <a:cubicBezTo>
                    <a:pt x="1923" y="5105"/>
                    <a:pt x="1613" y="6080"/>
                    <a:pt x="3400" y="6284"/>
                  </a:cubicBezTo>
                  <a:cubicBezTo>
                    <a:pt x="3576" y="8857"/>
                    <a:pt x="3305" y="11024"/>
                    <a:pt x="2235" y="11822"/>
                  </a:cubicBezTo>
                  <a:cubicBezTo>
                    <a:pt x="1165" y="12622"/>
                    <a:pt x="515" y="12879"/>
                    <a:pt x="488" y="13326"/>
                  </a:cubicBezTo>
                  <a:cubicBezTo>
                    <a:pt x="461" y="13773"/>
                    <a:pt x="746" y="14030"/>
                    <a:pt x="1030" y="14125"/>
                  </a:cubicBezTo>
                  <a:cubicBezTo>
                    <a:pt x="123" y="14531"/>
                    <a:pt x="0" y="14897"/>
                    <a:pt x="231" y="15222"/>
                  </a:cubicBezTo>
                  <a:cubicBezTo>
                    <a:pt x="529" y="15629"/>
                    <a:pt x="1436" y="15791"/>
                    <a:pt x="2790" y="15818"/>
                  </a:cubicBezTo>
                  <a:cubicBezTo>
                    <a:pt x="3373" y="15831"/>
                    <a:pt x="4213" y="15845"/>
                    <a:pt x="5107" y="15845"/>
                  </a:cubicBezTo>
                  <a:lnTo>
                    <a:pt x="6474" y="15845"/>
                  </a:lnTo>
                  <a:cubicBezTo>
                    <a:pt x="6488" y="15845"/>
                    <a:pt x="6515" y="15831"/>
                    <a:pt x="6542" y="15831"/>
                  </a:cubicBezTo>
                  <a:lnTo>
                    <a:pt x="7016" y="15831"/>
                  </a:lnTo>
                  <a:cubicBezTo>
                    <a:pt x="7151" y="15818"/>
                    <a:pt x="7273" y="15818"/>
                    <a:pt x="7395" y="15818"/>
                  </a:cubicBezTo>
                  <a:lnTo>
                    <a:pt x="7436" y="15818"/>
                  </a:lnTo>
                  <a:cubicBezTo>
                    <a:pt x="7557" y="15804"/>
                    <a:pt x="7666" y="15804"/>
                    <a:pt x="7774" y="15791"/>
                  </a:cubicBezTo>
                  <a:lnTo>
                    <a:pt x="7855" y="15791"/>
                  </a:lnTo>
                  <a:cubicBezTo>
                    <a:pt x="7964" y="15791"/>
                    <a:pt x="8086" y="15777"/>
                    <a:pt x="8194" y="15764"/>
                  </a:cubicBezTo>
                  <a:lnTo>
                    <a:pt x="8248" y="15764"/>
                  </a:lnTo>
                  <a:cubicBezTo>
                    <a:pt x="8343" y="15764"/>
                    <a:pt x="8438" y="15750"/>
                    <a:pt x="8532" y="15737"/>
                  </a:cubicBezTo>
                  <a:lnTo>
                    <a:pt x="8586" y="15737"/>
                  </a:lnTo>
                  <a:cubicBezTo>
                    <a:pt x="8682" y="15723"/>
                    <a:pt x="8776" y="15723"/>
                    <a:pt x="8857" y="15710"/>
                  </a:cubicBezTo>
                  <a:cubicBezTo>
                    <a:pt x="8884" y="15710"/>
                    <a:pt x="8899" y="15696"/>
                    <a:pt x="8912" y="15696"/>
                  </a:cubicBezTo>
                  <a:cubicBezTo>
                    <a:pt x="9007" y="15683"/>
                    <a:pt x="9088" y="15669"/>
                    <a:pt x="9169" y="15656"/>
                  </a:cubicBezTo>
                  <a:cubicBezTo>
                    <a:pt x="10510" y="15425"/>
                    <a:pt x="10618" y="14450"/>
                    <a:pt x="9521" y="14206"/>
                  </a:cubicBezTo>
                  <a:cubicBezTo>
                    <a:pt x="10036" y="13773"/>
                    <a:pt x="10226" y="12974"/>
                    <a:pt x="9589" y="12757"/>
                  </a:cubicBezTo>
                  <a:cubicBezTo>
                    <a:pt x="8939" y="12541"/>
                    <a:pt x="7801" y="11850"/>
                    <a:pt x="7178" y="10320"/>
                  </a:cubicBezTo>
                  <a:cubicBezTo>
                    <a:pt x="6596" y="8897"/>
                    <a:pt x="6826" y="6595"/>
                    <a:pt x="6853" y="6297"/>
                  </a:cubicBezTo>
                  <a:cubicBezTo>
                    <a:pt x="6853" y="6270"/>
                    <a:pt x="6867" y="6257"/>
                    <a:pt x="6867" y="6257"/>
                  </a:cubicBezTo>
                  <a:cubicBezTo>
                    <a:pt x="6867" y="6257"/>
                    <a:pt x="7896" y="6243"/>
                    <a:pt x="8140" y="5891"/>
                  </a:cubicBezTo>
                  <a:cubicBezTo>
                    <a:pt x="8397" y="5539"/>
                    <a:pt x="7368" y="5038"/>
                    <a:pt x="6000" y="4889"/>
                  </a:cubicBezTo>
                  <a:cubicBezTo>
                    <a:pt x="6975" y="4551"/>
                    <a:pt x="7680" y="3616"/>
                    <a:pt x="7693" y="2519"/>
                  </a:cubicBezTo>
                  <a:cubicBezTo>
                    <a:pt x="7693" y="2438"/>
                    <a:pt x="7680" y="2370"/>
                    <a:pt x="7680" y="2288"/>
                  </a:cubicBezTo>
                  <a:cubicBezTo>
                    <a:pt x="7680" y="2261"/>
                    <a:pt x="7680" y="2234"/>
                    <a:pt x="7666" y="2207"/>
                  </a:cubicBezTo>
                  <a:cubicBezTo>
                    <a:pt x="7666" y="2153"/>
                    <a:pt x="7653" y="2113"/>
                    <a:pt x="7653" y="2059"/>
                  </a:cubicBezTo>
                  <a:cubicBezTo>
                    <a:pt x="7638" y="2032"/>
                    <a:pt x="7638" y="2004"/>
                    <a:pt x="7625" y="1963"/>
                  </a:cubicBezTo>
                  <a:cubicBezTo>
                    <a:pt x="7611" y="1923"/>
                    <a:pt x="7611" y="1869"/>
                    <a:pt x="7598" y="1828"/>
                  </a:cubicBezTo>
                  <a:cubicBezTo>
                    <a:pt x="7584" y="1801"/>
                    <a:pt x="7571" y="1774"/>
                    <a:pt x="7571" y="1747"/>
                  </a:cubicBezTo>
                  <a:cubicBezTo>
                    <a:pt x="7557" y="1692"/>
                    <a:pt x="7530" y="1652"/>
                    <a:pt x="7517" y="1598"/>
                  </a:cubicBezTo>
                  <a:cubicBezTo>
                    <a:pt x="7503" y="1571"/>
                    <a:pt x="7503" y="1557"/>
                    <a:pt x="7490" y="1530"/>
                  </a:cubicBezTo>
                  <a:cubicBezTo>
                    <a:pt x="7463" y="1463"/>
                    <a:pt x="7422" y="1395"/>
                    <a:pt x="7395" y="1327"/>
                  </a:cubicBezTo>
                  <a:cubicBezTo>
                    <a:pt x="7382" y="1313"/>
                    <a:pt x="7382" y="1300"/>
                    <a:pt x="7368" y="1300"/>
                  </a:cubicBezTo>
                  <a:cubicBezTo>
                    <a:pt x="7341" y="1246"/>
                    <a:pt x="7313" y="1192"/>
                    <a:pt x="7273" y="1138"/>
                  </a:cubicBezTo>
                  <a:cubicBezTo>
                    <a:pt x="7259" y="1111"/>
                    <a:pt x="7246" y="1097"/>
                    <a:pt x="7232" y="1069"/>
                  </a:cubicBezTo>
                  <a:cubicBezTo>
                    <a:pt x="7205" y="1029"/>
                    <a:pt x="7178" y="988"/>
                    <a:pt x="7151" y="961"/>
                  </a:cubicBezTo>
                  <a:cubicBezTo>
                    <a:pt x="7124" y="934"/>
                    <a:pt x="7111" y="907"/>
                    <a:pt x="7084" y="880"/>
                  </a:cubicBezTo>
                  <a:cubicBezTo>
                    <a:pt x="7057" y="853"/>
                    <a:pt x="7030" y="826"/>
                    <a:pt x="7003" y="786"/>
                  </a:cubicBezTo>
                  <a:cubicBezTo>
                    <a:pt x="6975" y="772"/>
                    <a:pt x="6961" y="744"/>
                    <a:pt x="6934" y="717"/>
                  </a:cubicBezTo>
                  <a:cubicBezTo>
                    <a:pt x="6907" y="690"/>
                    <a:pt x="6867" y="663"/>
                    <a:pt x="6840" y="636"/>
                  </a:cubicBezTo>
                  <a:lnTo>
                    <a:pt x="6772" y="569"/>
                  </a:lnTo>
                  <a:cubicBezTo>
                    <a:pt x="6718" y="528"/>
                    <a:pt x="6677" y="501"/>
                    <a:pt x="6636" y="474"/>
                  </a:cubicBezTo>
                  <a:lnTo>
                    <a:pt x="6515" y="392"/>
                  </a:lnTo>
                  <a:cubicBezTo>
                    <a:pt x="6488" y="365"/>
                    <a:pt x="6447" y="352"/>
                    <a:pt x="6420" y="325"/>
                  </a:cubicBezTo>
                  <a:cubicBezTo>
                    <a:pt x="6380" y="311"/>
                    <a:pt x="6352" y="298"/>
                    <a:pt x="6311" y="271"/>
                  </a:cubicBezTo>
                  <a:cubicBezTo>
                    <a:pt x="6284" y="257"/>
                    <a:pt x="6244" y="244"/>
                    <a:pt x="6217" y="230"/>
                  </a:cubicBezTo>
                  <a:cubicBezTo>
                    <a:pt x="6176" y="217"/>
                    <a:pt x="6149" y="203"/>
                    <a:pt x="6109" y="190"/>
                  </a:cubicBezTo>
                  <a:cubicBezTo>
                    <a:pt x="6082" y="176"/>
                    <a:pt x="6040" y="163"/>
                    <a:pt x="6000" y="149"/>
                  </a:cubicBezTo>
                  <a:cubicBezTo>
                    <a:pt x="5973" y="136"/>
                    <a:pt x="5932" y="122"/>
                    <a:pt x="5892" y="109"/>
                  </a:cubicBezTo>
                  <a:cubicBezTo>
                    <a:pt x="5892" y="109"/>
                    <a:pt x="5878" y="109"/>
                    <a:pt x="5865" y="94"/>
                  </a:cubicBezTo>
                  <a:lnTo>
                    <a:pt x="5865" y="94"/>
                  </a:lnTo>
                  <a:cubicBezTo>
                    <a:pt x="5865" y="94"/>
                    <a:pt x="5865" y="102"/>
                    <a:pt x="5870" y="106"/>
                  </a:cubicBezTo>
                  <a:lnTo>
                    <a:pt x="5870" y="106"/>
                  </a:lnTo>
                  <a:cubicBezTo>
                    <a:pt x="5656" y="39"/>
                    <a:pt x="5429" y="0"/>
                    <a:pt x="5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 name="Google Shape;392;p37"/>
          <p:cNvGrpSpPr/>
          <p:nvPr/>
        </p:nvGrpSpPr>
        <p:grpSpPr>
          <a:xfrm>
            <a:off x="815900" y="681625"/>
            <a:ext cx="7512200" cy="179100"/>
            <a:chOff x="815900" y="681625"/>
            <a:chExt cx="7512200" cy="179100"/>
          </a:xfrm>
        </p:grpSpPr>
        <p:sp>
          <p:nvSpPr>
            <p:cNvPr id="393" name="Google Shape;393;p37"/>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7"/>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8"/>
          <p:cNvSpPr/>
          <p:nvPr/>
        </p:nvSpPr>
        <p:spPr>
          <a:xfrm>
            <a:off x="2337038" y="1616575"/>
            <a:ext cx="974100" cy="97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8"/>
          <p:cNvSpPr/>
          <p:nvPr/>
        </p:nvSpPr>
        <p:spPr>
          <a:xfrm>
            <a:off x="5853550" y="1616575"/>
            <a:ext cx="974100" cy="9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8"/>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8"/>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HYBRID ARCHITECTURE</a:t>
            </a:r>
            <a:endParaRPr/>
          </a:p>
        </p:txBody>
      </p:sp>
      <p:sp>
        <p:nvSpPr>
          <p:cNvPr id="404" name="Google Shape;404;p38"/>
          <p:cNvSpPr txBox="1"/>
          <p:nvPr>
            <p:ph idx="1" type="subTitle"/>
          </p:nvPr>
        </p:nvSpPr>
        <p:spPr>
          <a:xfrm>
            <a:off x="1359850" y="3433125"/>
            <a:ext cx="2887200" cy="111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Negamax search with alpha-beta pruning provides the core game tree exploration. Iterative deepening with aspiration windows ensures any-time best-move availability. Null-move pruning, LMR, and PVS dramatically reduce search space.</a:t>
            </a:r>
            <a:endParaRPr/>
          </a:p>
        </p:txBody>
      </p:sp>
      <p:sp>
        <p:nvSpPr>
          <p:cNvPr id="405" name="Google Shape;405;p38"/>
          <p:cNvSpPr txBox="1"/>
          <p:nvPr>
            <p:ph idx="2" type="subTitle"/>
          </p:nvPr>
        </p:nvSpPr>
        <p:spPr>
          <a:xfrm>
            <a:off x="1618413" y="28985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CLASSICAL AI LAYER</a:t>
            </a:r>
            <a:endParaRPr/>
          </a:p>
        </p:txBody>
      </p:sp>
      <p:sp>
        <p:nvSpPr>
          <p:cNvPr id="406" name="Google Shape;406;p38"/>
          <p:cNvSpPr txBox="1"/>
          <p:nvPr>
            <p:ph idx="3" type="subTitle"/>
          </p:nvPr>
        </p:nvSpPr>
        <p:spPr>
          <a:xfrm>
            <a:off x="4897050" y="3433125"/>
            <a:ext cx="2887200" cy="111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Texel Tuning optimizes 803 parameters: 10 material values, 768 piece-square table entries, and 25 bonus/penalty weights. L-BFGS-B minimizes MSE between engine and Stockfish predictions across 50,000+ quiescent positions.</a:t>
            </a:r>
            <a:endParaRPr/>
          </a:p>
        </p:txBody>
      </p:sp>
      <p:sp>
        <p:nvSpPr>
          <p:cNvPr id="407" name="Google Shape;407;p38"/>
          <p:cNvSpPr txBox="1"/>
          <p:nvPr>
            <p:ph idx="4" type="subTitle"/>
          </p:nvPr>
        </p:nvSpPr>
        <p:spPr>
          <a:xfrm>
            <a:off x="5155588" y="28985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DATA-DRIVEN LAYER</a:t>
            </a:r>
            <a:endParaRPr/>
          </a:p>
        </p:txBody>
      </p:sp>
      <p:grpSp>
        <p:nvGrpSpPr>
          <p:cNvPr id="408" name="Google Shape;408;p38"/>
          <p:cNvGrpSpPr/>
          <p:nvPr/>
        </p:nvGrpSpPr>
        <p:grpSpPr>
          <a:xfrm>
            <a:off x="2654683" y="1876759"/>
            <a:ext cx="338808" cy="430665"/>
            <a:chOff x="2693092" y="1574297"/>
            <a:chExt cx="261810" cy="332765"/>
          </a:xfrm>
        </p:grpSpPr>
        <p:sp>
          <p:nvSpPr>
            <p:cNvPr id="409" name="Google Shape;409;p38"/>
            <p:cNvSpPr/>
            <p:nvPr/>
          </p:nvSpPr>
          <p:spPr>
            <a:xfrm>
              <a:off x="2735073" y="1612380"/>
              <a:ext cx="10830" cy="18657"/>
            </a:xfrm>
            <a:custGeom>
              <a:rect b="b" l="l" r="r" t="t"/>
              <a:pathLst>
                <a:path extrusionOk="0" h="584" w="339">
                  <a:moveTo>
                    <a:pt x="163" y="1"/>
                  </a:moveTo>
                  <a:lnTo>
                    <a:pt x="163" y="28"/>
                  </a:lnTo>
                  <a:lnTo>
                    <a:pt x="0" y="515"/>
                  </a:lnTo>
                  <a:cubicBezTo>
                    <a:pt x="0" y="542"/>
                    <a:pt x="0" y="557"/>
                    <a:pt x="13" y="570"/>
                  </a:cubicBezTo>
                  <a:cubicBezTo>
                    <a:pt x="13" y="584"/>
                    <a:pt x="41" y="584"/>
                    <a:pt x="55" y="584"/>
                  </a:cubicBezTo>
                  <a:lnTo>
                    <a:pt x="271" y="584"/>
                  </a:lnTo>
                  <a:cubicBezTo>
                    <a:pt x="298" y="584"/>
                    <a:pt x="311" y="584"/>
                    <a:pt x="326" y="570"/>
                  </a:cubicBezTo>
                  <a:cubicBezTo>
                    <a:pt x="339" y="557"/>
                    <a:pt x="339" y="542"/>
                    <a:pt x="326" y="515"/>
                  </a:cubicBezTo>
                  <a:lnTo>
                    <a:pt x="176" y="28"/>
                  </a:lnTo>
                  <a:cubicBezTo>
                    <a:pt x="176" y="15"/>
                    <a:pt x="163" y="15"/>
                    <a:pt x="1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8"/>
            <p:cNvSpPr/>
            <p:nvPr/>
          </p:nvSpPr>
          <p:spPr>
            <a:xfrm>
              <a:off x="2902485" y="1849951"/>
              <a:ext cx="10447" cy="18625"/>
            </a:xfrm>
            <a:custGeom>
              <a:rect b="b" l="l" r="r" t="t"/>
              <a:pathLst>
                <a:path extrusionOk="0" h="583" w="327">
                  <a:moveTo>
                    <a:pt x="55" y="0"/>
                  </a:moveTo>
                  <a:cubicBezTo>
                    <a:pt x="28" y="0"/>
                    <a:pt x="15" y="13"/>
                    <a:pt x="1" y="27"/>
                  </a:cubicBezTo>
                  <a:lnTo>
                    <a:pt x="1" y="82"/>
                  </a:lnTo>
                  <a:lnTo>
                    <a:pt x="150" y="569"/>
                  </a:lnTo>
                  <a:cubicBezTo>
                    <a:pt x="164" y="569"/>
                    <a:pt x="164" y="582"/>
                    <a:pt x="164" y="582"/>
                  </a:cubicBezTo>
                  <a:lnTo>
                    <a:pt x="164" y="569"/>
                  </a:lnTo>
                  <a:lnTo>
                    <a:pt x="326" y="82"/>
                  </a:lnTo>
                  <a:lnTo>
                    <a:pt x="326" y="27"/>
                  </a:lnTo>
                  <a:cubicBezTo>
                    <a:pt x="313" y="13"/>
                    <a:pt x="299" y="0"/>
                    <a:pt x="2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8"/>
            <p:cNvSpPr/>
            <p:nvPr/>
          </p:nvSpPr>
          <p:spPr>
            <a:xfrm>
              <a:off x="2693092" y="1574297"/>
              <a:ext cx="261810" cy="332765"/>
            </a:xfrm>
            <a:custGeom>
              <a:rect b="b" l="l" r="r" t="t"/>
              <a:pathLst>
                <a:path extrusionOk="0" h="10416" w="8195">
                  <a:moveTo>
                    <a:pt x="1544" y="597"/>
                  </a:moveTo>
                  <a:cubicBezTo>
                    <a:pt x="1640" y="597"/>
                    <a:pt x="1721" y="665"/>
                    <a:pt x="1748" y="746"/>
                  </a:cubicBezTo>
                  <a:lnTo>
                    <a:pt x="2317" y="2384"/>
                  </a:lnTo>
                  <a:cubicBezTo>
                    <a:pt x="2330" y="2426"/>
                    <a:pt x="2330" y="2480"/>
                    <a:pt x="2303" y="2507"/>
                  </a:cubicBezTo>
                  <a:cubicBezTo>
                    <a:pt x="2275" y="2534"/>
                    <a:pt x="2235" y="2561"/>
                    <a:pt x="2194" y="2561"/>
                  </a:cubicBezTo>
                  <a:lnTo>
                    <a:pt x="2073" y="2561"/>
                  </a:lnTo>
                  <a:cubicBezTo>
                    <a:pt x="1978" y="2561"/>
                    <a:pt x="1883" y="2493"/>
                    <a:pt x="1869" y="2412"/>
                  </a:cubicBezTo>
                  <a:lnTo>
                    <a:pt x="1815" y="2249"/>
                  </a:lnTo>
                  <a:cubicBezTo>
                    <a:pt x="1802" y="2195"/>
                    <a:pt x="1734" y="2155"/>
                    <a:pt x="1680" y="2155"/>
                  </a:cubicBezTo>
                  <a:lnTo>
                    <a:pt x="1273" y="2155"/>
                  </a:lnTo>
                  <a:cubicBezTo>
                    <a:pt x="1219" y="2155"/>
                    <a:pt x="1165" y="2195"/>
                    <a:pt x="1152" y="2249"/>
                  </a:cubicBezTo>
                  <a:lnTo>
                    <a:pt x="1098" y="2412"/>
                  </a:lnTo>
                  <a:cubicBezTo>
                    <a:pt x="1071" y="2493"/>
                    <a:pt x="989" y="2561"/>
                    <a:pt x="894" y="2561"/>
                  </a:cubicBezTo>
                  <a:lnTo>
                    <a:pt x="773" y="2561"/>
                  </a:lnTo>
                  <a:cubicBezTo>
                    <a:pt x="719" y="2561"/>
                    <a:pt x="677" y="2534"/>
                    <a:pt x="664" y="2507"/>
                  </a:cubicBezTo>
                  <a:cubicBezTo>
                    <a:pt x="637" y="2480"/>
                    <a:pt x="637" y="2426"/>
                    <a:pt x="650" y="2384"/>
                  </a:cubicBezTo>
                  <a:lnTo>
                    <a:pt x="1206" y="746"/>
                  </a:lnTo>
                  <a:cubicBezTo>
                    <a:pt x="1233" y="665"/>
                    <a:pt x="1327" y="597"/>
                    <a:pt x="1423" y="597"/>
                  </a:cubicBezTo>
                  <a:close/>
                  <a:moveTo>
                    <a:pt x="4104" y="2574"/>
                  </a:moveTo>
                  <a:cubicBezTo>
                    <a:pt x="4104" y="2574"/>
                    <a:pt x="6434" y="4186"/>
                    <a:pt x="6434" y="5418"/>
                  </a:cubicBezTo>
                  <a:cubicBezTo>
                    <a:pt x="6434" y="6149"/>
                    <a:pt x="5932" y="6624"/>
                    <a:pt x="5242" y="6624"/>
                  </a:cubicBezTo>
                  <a:cubicBezTo>
                    <a:pt x="4876" y="6624"/>
                    <a:pt x="4496" y="6380"/>
                    <a:pt x="4294" y="6176"/>
                  </a:cubicBezTo>
                  <a:lnTo>
                    <a:pt x="4294" y="6176"/>
                  </a:lnTo>
                  <a:cubicBezTo>
                    <a:pt x="4294" y="6177"/>
                    <a:pt x="4484" y="7084"/>
                    <a:pt x="4849" y="7762"/>
                  </a:cubicBezTo>
                  <a:cubicBezTo>
                    <a:pt x="4869" y="7809"/>
                    <a:pt x="4490" y="7832"/>
                    <a:pt x="4111" y="7832"/>
                  </a:cubicBezTo>
                  <a:cubicBezTo>
                    <a:pt x="3732" y="7832"/>
                    <a:pt x="3352" y="7809"/>
                    <a:pt x="3373" y="7762"/>
                  </a:cubicBezTo>
                  <a:cubicBezTo>
                    <a:pt x="3711" y="7030"/>
                    <a:pt x="3915" y="6177"/>
                    <a:pt x="3915" y="6176"/>
                  </a:cubicBezTo>
                  <a:lnTo>
                    <a:pt x="3915" y="6176"/>
                  </a:lnTo>
                  <a:cubicBezTo>
                    <a:pt x="3698" y="6366"/>
                    <a:pt x="3305" y="6624"/>
                    <a:pt x="2967" y="6624"/>
                  </a:cubicBezTo>
                  <a:cubicBezTo>
                    <a:pt x="2262" y="6624"/>
                    <a:pt x="1761" y="6163"/>
                    <a:pt x="1761" y="5432"/>
                  </a:cubicBezTo>
                  <a:cubicBezTo>
                    <a:pt x="1761" y="4199"/>
                    <a:pt x="4090" y="2574"/>
                    <a:pt x="4090" y="2574"/>
                  </a:cubicBezTo>
                  <a:close/>
                  <a:moveTo>
                    <a:pt x="7422" y="7856"/>
                  </a:moveTo>
                  <a:cubicBezTo>
                    <a:pt x="7476" y="7856"/>
                    <a:pt x="7517" y="7870"/>
                    <a:pt x="7530" y="7910"/>
                  </a:cubicBezTo>
                  <a:cubicBezTo>
                    <a:pt x="7557" y="7937"/>
                    <a:pt x="7571" y="7978"/>
                    <a:pt x="7544" y="8018"/>
                  </a:cubicBezTo>
                  <a:lnTo>
                    <a:pt x="6988" y="9658"/>
                  </a:lnTo>
                  <a:cubicBezTo>
                    <a:pt x="6961" y="9739"/>
                    <a:pt x="6867" y="9806"/>
                    <a:pt x="6786" y="9806"/>
                  </a:cubicBezTo>
                  <a:lnTo>
                    <a:pt x="6650" y="9806"/>
                  </a:lnTo>
                  <a:cubicBezTo>
                    <a:pt x="6569" y="9806"/>
                    <a:pt x="6474" y="9739"/>
                    <a:pt x="6447" y="9658"/>
                  </a:cubicBezTo>
                  <a:lnTo>
                    <a:pt x="5878" y="8018"/>
                  </a:lnTo>
                  <a:cubicBezTo>
                    <a:pt x="5865" y="7978"/>
                    <a:pt x="5878" y="7937"/>
                    <a:pt x="5892" y="7910"/>
                  </a:cubicBezTo>
                  <a:cubicBezTo>
                    <a:pt x="5919" y="7870"/>
                    <a:pt x="5959" y="7856"/>
                    <a:pt x="6013" y="7856"/>
                  </a:cubicBezTo>
                  <a:lnTo>
                    <a:pt x="6136" y="7856"/>
                  </a:lnTo>
                  <a:cubicBezTo>
                    <a:pt x="6217" y="7856"/>
                    <a:pt x="6311" y="7924"/>
                    <a:pt x="6338" y="8005"/>
                  </a:cubicBezTo>
                  <a:lnTo>
                    <a:pt x="6379" y="8168"/>
                  </a:lnTo>
                  <a:cubicBezTo>
                    <a:pt x="6407" y="8208"/>
                    <a:pt x="6461" y="8262"/>
                    <a:pt x="6515" y="8262"/>
                  </a:cubicBezTo>
                  <a:lnTo>
                    <a:pt x="6921" y="8262"/>
                  </a:lnTo>
                  <a:cubicBezTo>
                    <a:pt x="6975" y="8262"/>
                    <a:pt x="7030" y="8208"/>
                    <a:pt x="7043" y="8168"/>
                  </a:cubicBezTo>
                  <a:lnTo>
                    <a:pt x="7097" y="8005"/>
                  </a:lnTo>
                  <a:cubicBezTo>
                    <a:pt x="7124" y="7924"/>
                    <a:pt x="7219" y="7856"/>
                    <a:pt x="7300" y="7856"/>
                  </a:cubicBezTo>
                  <a:close/>
                  <a:moveTo>
                    <a:pt x="515" y="1"/>
                  </a:moveTo>
                  <a:cubicBezTo>
                    <a:pt x="231" y="1"/>
                    <a:pt x="0" y="232"/>
                    <a:pt x="0" y="516"/>
                  </a:cubicBezTo>
                  <a:lnTo>
                    <a:pt x="0" y="9901"/>
                  </a:lnTo>
                  <a:cubicBezTo>
                    <a:pt x="0" y="10185"/>
                    <a:pt x="231" y="10416"/>
                    <a:pt x="515" y="10416"/>
                  </a:cubicBezTo>
                  <a:lnTo>
                    <a:pt x="7680" y="10416"/>
                  </a:lnTo>
                  <a:cubicBezTo>
                    <a:pt x="7963" y="10416"/>
                    <a:pt x="8194" y="10185"/>
                    <a:pt x="8194" y="9901"/>
                  </a:cubicBezTo>
                  <a:lnTo>
                    <a:pt x="8194" y="516"/>
                  </a:lnTo>
                  <a:cubicBezTo>
                    <a:pt x="8194" y="232"/>
                    <a:pt x="7963" y="1"/>
                    <a:pt x="76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38"/>
          <p:cNvSpPr/>
          <p:nvPr/>
        </p:nvSpPr>
        <p:spPr>
          <a:xfrm>
            <a:off x="6171248" y="1859851"/>
            <a:ext cx="338797" cy="459604"/>
          </a:xfrm>
          <a:custGeom>
            <a:rect b="b" l="l" r="r" t="t"/>
            <a:pathLst>
              <a:path extrusionOk="0" h="10565" w="7788">
                <a:moveTo>
                  <a:pt x="6406" y="8912"/>
                </a:moveTo>
                <a:cubicBezTo>
                  <a:pt x="6650" y="8912"/>
                  <a:pt x="6854" y="9115"/>
                  <a:pt x="6854" y="9358"/>
                </a:cubicBezTo>
                <a:cubicBezTo>
                  <a:pt x="6854" y="9602"/>
                  <a:pt x="6650" y="9806"/>
                  <a:pt x="6406" y="9806"/>
                </a:cubicBezTo>
                <a:lnTo>
                  <a:pt x="5539" y="9806"/>
                </a:lnTo>
                <a:cubicBezTo>
                  <a:pt x="5283" y="9806"/>
                  <a:pt x="5093" y="9602"/>
                  <a:pt x="5093" y="9358"/>
                </a:cubicBezTo>
                <a:cubicBezTo>
                  <a:pt x="5093" y="9115"/>
                  <a:pt x="5283" y="8912"/>
                  <a:pt x="5539" y="8912"/>
                </a:cubicBezTo>
                <a:close/>
                <a:moveTo>
                  <a:pt x="3901" y="1"/>
                </a:moveTo>
                <a:cubicBezTo>
                  <a:pt x="2926" y="1"/>
                  <a:pt x="2141" y="786"/>
                  <a:pt x="2141" y="1747"/>
                </a:cubicBezTo>
                <a:cubicBezTo>
                  <a:pt x="2141" y="2425"/>
                  <a:pt x="2520" y="3007"/>
                  <a:pt x="3075" y="3291"/>
                </a:cubicBezTo>
                <a:lnTo>
                  <a:pt x="3075" y="6312"/>
                </a:lnTo>
                <a:cubicBezTo>
                  <a:pt x="2560" y="6406"/>
                  <a:pt x="2087" y="6569"/>
                  <a:pt x="1693" y="6826"/>
                </a:cubicBezTo>
                <a:cubicBezTo>
                  <a:pt x="1287" y="7070"/>
                  <a:pt x="1003" y="7381"/>
                  <a:pt x="854" y="7720"/>
                </a:cubicBezTo>
                <a:lnTo>
                  <a:pt x="516" y="7720"/>
                </a:lnTo>
                <a:cubicBezTo>
                  <a:pt x="231" y="7720"/>
                  <a:pt x="1" y="7950"/>
                  <a:pt x="1" y="8235"/>
                </a:cubicBezTo>
                <a:lnTo>
                  <a:pt x="1" y="10063"/>
                </a:lnTo>
                <a:cubicBezTo>
                  <a:pt x="1" y="10334"/>
                  <a:pt x="231" y="10564"/>
                  <a:pt x="516" y="10564"/>
                </a:cubicBezTo>
                <a:lnTo>
                  <a:pt x="7273" y="10564"/>
                </a:lnTo>
                <a:cubicBezTo>
                  <a:pt x="7558" y="10564"/>
                  <a:pt x="7788" y="10334"/>
                  <a:pt x="7788" y="10063"/>
                </a:cubicBezTo>
                <a:lnTo>
                  <a:pt x="7788" y="8235"/>
                </a:lnTo>
                <a:cubicBezTo>
                  <a:pt x="7788" y="7950"/>
                  <a:pt x="7558" y="7720"/>
                  <a:pt x="7273" y="7720"/>
                </a:cubicBezTo>
                <a:lnTo>
                  <a:pt x="6935" y="7720"/>
                </a:lnTo>
                <a:cubicBezTo>
                  <a:pt x="6785" y="7381"/>
                  <a:pt x="6501" y="7070"/>
                  <a:pt x="6095" y="6826"/>
                </a:cubicBezTo>
                <a:cubicBezTo>
                  <a:pt x="5702" y="6569"/>
                  <a:pt x="5201" y="6393"/>
                  <a:pt x="4660" y="6312"/>
                </a:cubicBezTo>
                <a:lnTo>
                  <a:pt x="4660" y="3318"/>
                </a:lnTo>
                <a:cubicBezTo>
                  <a:pt x="5241" y="3034"/>
                  <a:pt x="5648" y="2439"/>
                  <a:pt x="5648" y="1747"/>
                </a:cubicBezTo>
                <a:cubicBezTo>
                  <a:pt x="5648" y="786"/>
                  <a:pt x="4862" y="1"/>
                  <a:pt x="3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TEXEL TUNING PIPELINE</a:t>
            </a:r>
            <a:endParaRPr/>
          </a:p>
        </p:txBody>
      </p:sp>
      <p:sp>
        <p:nvSpPr>
          <p:cNvPr id="418" name="Google Shape;418;p39"/>
          <p:cNvSpPr txBox="1"/>
          <p:nvPr>
            <p:ph idx="1" type="subTitle"/>
          </p:nvPr>
        </p:nvSpPr>
        <p:spPr>
          <a:xfrm>
            <a:off x="720025" y="3433125"/>
            <a:ext cx="2370000" cy="101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 is the closest planet to the sun</a:t>
            </a:r>
            <a:endParaRPr/>
          </a:p>
        </p:txBody>
      </p:sp>
      <p:sp>
        <p:nvSpPr>
          <p:cNvPr id="419" name="Google Shape;419;p39"/>
          <p:cNvSpPr txBox="1"/>
          <p:nvPr>
            <p:ph idx="2" type="subTitle"/>
          </p:nvPr>
        </p:nvSpPr>
        <p:spPr>
          <a:xfrm>
            <a:off x="719988" y="28985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DATA GENERATION</a:t>
            </a:r>
            <a:endParaRPr/>
          </a:p>
        </p:txBody>
      </p:sp>
      <p:sp>
        <p:nvSpPr>
          <p:cNvPr id="420" name="Google Shape;420;p39"/>
          <p:cNvSpPr txBox="1"/>
          <p:nvPr>
            <p:ph idx="3" type="subTitle"/>
          </p:nvPr>
        </p:nvSpPr>
        <p:spPr>
          <a:xfrm>
            <a:off x="3387019" y="3433125"/>
            <a:ext cx="2370000" cy="101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has a beautiful </a:t>
            </a:r>
            <a:r>
              <a:rPr lang="en"/>
              <a:t>name, but</a:t>
            </a:r>
            <a:r>
              <a:rPr lang="en"/>
              <a:t> it’s hot</a:t>
            </a:r>
            <a:endParaRPr/>
          </a:p>
        </p:txBody>
      </p:sp>
      <p:sp>
        <p:nvSpPr>
          <p:cNvPr id="421" name="Google Shape;421;p39"/>
          <p:cNvSpPr txBox="1"/>
          <p:nvPr>
            <p:ph idx="4" type="subTitle"/>
          </p:nvPr>
        </p:nvSpPr>
        <p:spPr>
          <a:xfrm>
            <a:off x="3386981" y="28985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OPTIMIZATION</a:t>
            </a:r>
            <a:endParaRPr/>
          </a:p>
        </p:txBody>
      </p:sp>
      <p:sp>
        <p:nvSpPr>
          <p:cNvPr id="422" name="Google Shape;422;p39"/>
          <p:cNvSpPr txBox="1"/>
          <p:nvPr>
            <p:ph idx="5" type="subTitle"/>
          </p:nvPr>
        </p:nvSpPr>
        <p:spPr>
          <a:xfrm>
            <a:off x="6054025" y="3433125"/>
            <a:ext cx="2370000" cy="101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Material values refined (Pawn 82→100, Knight 337→411). Hanging piece penalties increased. Tuned engine outperforms original in self-play.</a:t>
            </a:r>
            <a:endParaRPr/>
          </a:p>
        </p:txBody>
      </p:sp>
      <p:sp>
        <p:nvSpPr>
          <p:cNvPr id="423" name="Google Shape;423;p39"/>
          <p:cNvSpPr txBox="1"/>
          <p:nvPr>
            <p:ph idx="6" type="subTitle"/>
          </p:nvPr>
        </p:nvSpPr>
        <p:spPr>
          <a:xfrm>
            <a:off x="6053975" y="28985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RESULTS</a:t>
            </a:r>
            <a:endParaRPr/>
          </a:p>
        </p:txBody>
      </p:sp>
      <p:sp>
        <p:nvSpPr>
          <p:cNvPr id="424" name="Google Shape;424;p39"/>
          <p:cNvSpPr/>
          <p:nvPr/>
        </p:nvSpPr>
        <p:spPr>
          <a:xfrm>
            <a:off x="1417950" y="1616575"/>
            <a:ext cx="974100" cy="97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9"/>
          <p:cNvSpPr/>
          <p:nvPr/>
        </p:nvSpPr>
        <p:spPr>
          <a:xfrm>
            <a:off x="4084925" y="1616575"/>
            <a:ext cx="974100" cy="9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9"/>
          <p:cNvSpPr/>
          <p:nvPr/>
        </p:nvSpPr>
        <p:spPr>
          <a:xfrm>
            <a:off x="6751900" y="1616575"/>
            <a:ext cx="974100" cy="97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9"/>
          <p:cNvSpPr/>
          <p:nvPr/>
        </p:nvSpPr>
        <p:spPr>
          <a:xfrm>
            <a:off x="1693834" y="1943142"/>
            <a:ext cx="422332" cy="320967"/>
          </a:xfrm>
          <a:custGeom>
            <a:rect b="b" l="l" r="r" t="t"/>
            <a:pathLst>
              <a:path extrusionOk="0" h="8790" w="11566">
                <a:moveTo>
                  <a:pt x="8884" y="5187"/>
                </a:moveTo>
                <a:cubicBezTo>
                  <a:pt x="9521" y="5187"/>
                  <a:pt x="10036" y="5702"/>
                  <a:pt x="10036" y="6325"/>
                </a:cubicBezTo>
                <a:cubicBezTo>
                  <a:pt x="10036" y="6962"/>
                  <a:pt x="9521" y="7476"/>
                  <a:pt x="8884" y="7476"/>
                </a:cubicBezTo>
                <a:cubicBezTo>
                  <a:pt x="8261" y="7476"/>
                  <a:pt x="7746" y="6962"/>
                  <a:pt x="7746" y="6325"/>
                </a:cubicBezTo>
                <a:cubicBezTo>
                  <a:pt x="7746" y="5702"/>
                  <a:pt x="8261" y="5187"/>
                  <a:pt x="8884" y="5187"/>
                </a:cubicBezTo>
                <a:close/>
                <a:moveTo>
                  <a:pt x="2425" y="5025"/>
                </a:moveTo>
                <a:cubicBezTo>
                  <a:pt x="2668" y="5025"/>
                  <a:pt x="2871" y="5214"/>
                  <a:pt x="2871" y="5458"/>
                </a:cubicBezTo>
                <a:lnTo>
                  <a:pt x="2871" y="5891"/>
                </a:lnTo>
                <a:lnTo>
                  <a:pt x="3291" y="5891"/>
                </a:lnTo>
                <a:cubicBezTo>
                  <a:pt x="3535" y="5891"/>
                  <a:pt x="3738" y="6081"/>
                  <a:pt x="3738" y="6325"/>
                </a:cubicBezTo>
                <a:cubicBezTo>
                  <a:pt x="3738" y="6569"/>
                  <a:pt x="3535" y="6772"/>
                  <a:pt x="3291" y="6772"/>
                </a:cubicBezTo>
                <a:lnTo>
                  <a:pt x="2871" y="6772"/>
                </a:lnTo>
                <a:lnTo>
                  <a:pt x="2871" y="7192"/>
                </a:lnTo>
                <a:cubicBezTo>
                  <a:pt x="2871" y="7435"/>
                  <a:pt x="2668" y="7639"/>
                  <a:pt x="2425" y="7639"/>
                </a:cubicBezTo>
                <a:cubicBezTo>
                  <a:pt x="2181" y="7639"/>
                  <a:pt x="1977" y="7435"/>
                  <a:pt x="1977" y="7192"/>
                </a:cubicBezTo>
                <a:lnTo>
                  <a:pt x="1977" y="6772"/>
                </a:lnTo>
                <a:lnTo>
                  <a:pt x="1558" y="6772"/>
                </a:lnTo>
                <a:cubicBezTo>
                  <a:pt x="1314" y="6772"/>
                  <a:pt x="1111" y="6569"/>
                  <a:pt x="1111" y="6325"/>
                </a:cubicBezTo>
                <a:cubicBezTo>
                  <a:pt x="1111" y="6081"/>
                  <a:pt x="1314" y="5891"/>
                  <a:pt x="1558" y="5891"/>
                </a:cubicBezTo>
                <a:lnTo>
                  <a:pt x="1977" y="5891"/>
                </a:lnTo>
                <a:lnTo>
                  <a:pt x="1977" y="5458"/>
                </a:lnTo>
                <a:cubicBezTo>
                  <a:pt x="1977" y="5214"/>
                  <a:pt x="2181" y="5025"/>
                  <a:pt x="2425" y="5025"/>
                </a:cubicBezTo>
                <a:close/>
                <a:moveTo>
                  <a:pt x="7246" y="0"/>
                </a:moveTo>
                <a:cubicBezTo>
                  <a:pt x="7237" y="0"/>
                  <a:pt x="7228" y="0"/>
                  <a:pt x="7219" y="1"/>
                </a:cubicBezTo>
                <a:cubicBezTo>
                  <a:pt x="6975" y="14"/>
                  <a:pt x="6785" y="218"/>
                  <a:pt x="6785" y="461"/>
                </a:cubicBezTo>
                <a:lnTo>
                  <a:pt x="6813" y="962"/>
                </a:lnTo>
                <a:lnTo>
                  <a:pt x="6148" y="962"/>
                </a:lnTo>
                <a:cubicBezTo>
                  <a:pt x="5688" y="962"/>
                  <a:pt x="5309" y="1341"/>
                  <a:pt x="5309" y="1802"/>
                </a:cubicBezTo>
                <a:lnTo>
                  <a:pt x="5309" y="3860"/>
                </a:lnTo>
                <a:lnTo>
                  <a:pt x="4375" y="3860"/>
                </a:lnTo>
                <a:cubicBezTo>
                  <a:pt x="4321" y="3481"/>
                  <a:pt x="3996" y="3197"/>
                  <a:pt x="3602" y="3197"/>
                </a:cubicBezTo>
                <a:lnTo>
                  <a:pt x="3075" y="3197"/>
                </a:lnTo>
                <a:cubicBezTo>
                  <a:pt x="2681" y="3197"/>
                  <a:pt x="2356" y="3495"/>
                  <a:pt x="2302" y="3860"/>
                </a:cubicBezTo>
                <a:cubicBezTo>
                  <a:pt x="1016" y="3955"/>
                  <a:pt x="0" y="5025"/>
                  <a:pt x="0" y="6325"/>
                </a:cubicBezTo>
                <a:cubicBezTo>
                  <a:pt x="0" y="7693"/>
                  <a:pt x="1098" y="8790"/>
                  <a:pt x="2465" y="8790"/>
                </a:cubicBezTo>
                <a:lnTo>
                  <a:pt x="9088" y="8790"/>
                </a:lnTo>
                <a:cubicBezTo>
                  <a:pt x="10455" y="8790"/>
                  <a:pt x="11566" y="7693"/>
                  <a:pt x="11566" y="6325"/>
                </a:cubicBezTo>
                <a:cubicBezTo>
                  <a:pt x="11566" y="5025"/>
                  <a:pt x="10536" y="3955"/>
                  <a:pt x="9250" y="3860"/>
                </a:cubicBezTo>
                <a:cubicBezTo>
                  <a:pt x="9196" y="3495"/>
                  <a:pt x="8871" y="3197"/>
                  <a:pt x="8478" y="3197"/>
                </a:cubicBezTo>
                <a:lnTo>
                  <a:pt x="7950" y="3197"/>
                </a:lnTo>
                <a:cubicBezTo>
                  <a:pt x="7557" y="3197"/>
                  <a:pt x="7232" y="3481"/>
                  <a:pt x="7178" y="3860"/>
                </a:cubicBezTo>
                <a:lnTo>
                  <a:pt x="6203" y="3860"/>
                </a:lnTo>
                <a:lnTo>
                  <a:pt x="6203" y="1870"/>
                </a:lnTo>
                <a:lnTo>
                  <a:pt x="6894" y="1870"/>
                </a:lnTo>
                <a:cubicBezTo>
                  <a:pt x="7110" y="1870"/>
                  <a:pt x="7327" y="1774"/>
                  <a:pt x="7476" y="1612"/>
                </a:cubicBezTo>
                <a:cubicBezTo>
                  <a:pt x="7638" y="1449"/>
                  <a:pt x="7719" y="1233"/>
                  <a:pt x="7706" y="1016"/>
                </a:cubicBezTo>
                <a:lnTo>
                  <a:pt x="7692" y="434"/>
                </a:lnTo>
                <a:cubicBezTo>
                  <a:pt x="7680" y="185"/>
                  <a:pt x="7490" y="0"/>
                  <a:pt x="72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39"/>
          <p:cNvGrpSpPr/>
          <p:nvPr/>
        </p:nvGrpSpPr>
        <p:grpSpPr>
          <a:xfrm>
            <a:off x="4395165" y="1926815"/>
            <a:ext cx="353621" cy="353621"/>
            <a:chOff x="2669290" y="3199016"/>
            <a:chExt cx="309380" cy="309380"/>
          </a:xfrm>
        </p:grpSpPr>
        <p:sp>
          <p:nvSpPr>
            <p:cNvPr id="429" name="Google Shape;429;p39"/>
            <p:cNvSpPr/>
            <p:nvPr/>
          </p:nvSpPr>
          <p:spPr>
            <a:xfrm>
              <a:off x="2764050" y="3310644"/>
              <a:ext cx="119899" cy="95235"/>
            </a:xfrm>
            <a:custGeom>
              <a:rect b="b" l="l" r="r" t="t"/>
              <a:pathLst>
                <a:path extrusionOk="0" h="2981" w="3753">
                  <a:moveTo>
                    <a:pt x="1883" y="1"/>
                  </a:moveTo>
                  <a:lnTo>
                    <a:pt x="0" y="2980"/>
                  </a:lnTo>
                  <a:lnTo>
                    <a:pt x="3752" y="2980"/>
                  </a:lnTo>
                  <a:lnTo>
                    <a:pt x="188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9"/>
            <p:cNvSpPr/>
            <p:nvPr/>
          </p:nvSpPr>
          <p:spPr>
            <a:xfrm>
              <a:off x="2669290" y="3199016"/>
              <a:ext cx="309380" cy="309380"/>
            </a:xfrm>
            <a:custGeom>
              <a:rect b="b" l="l" r="r" t="t"/>
              <a:pathLst>
                <a:path extrusionOk="0" h="9684" w="9684">
                  <a:moveTo>
                    <a:pt x="4849" y="1774"/>
                  </a:moveTo>
                  <a:cubicBezTo>
                    <a:pt x="5120" y="1774"/>
                    <a:pt x="5364" y="1924"/>
                    <a:pt x="5526" y="2167"/>
                  </a:cubicBezTo>
                  <a:lnTo>
                    <a:pt x="8289" y="6555"/>
                  </a:lnTo>
                  <a:cubicBezTo>
                    <a:pt x="8452" y="6812"/>
                    <a:pt x="8465" y="7110"/>
                    <a:pt x="8329" y="7354"/>
                  </a:cubicBezTo>
                  <a:cubicBezTo>
                    <a:pt x="8194" y="7612"/>
                    <a:pt x="7923" y="7760"/>
                    <a:pt x="7625" y="7760"/>
                  </a:cubicBezTo>
                  <a:lnTo>
                    <a:pt x="2059" y="7760"/>
                  </a:lnTo>
                  <a:cubicBezTo>
                    <a:pt x="1762" y="7760"/>
                    <a:pt x="1504" y="7612"/>
                    <a:pt x="1368" y="7354"/>
                  </a:cubicBezTo>
                  <a:cubicBezTo>
                    <a:pt x="1220" y="7110"/>
                    <a:pt x="1247" y="6812"/>
                    <a:pt x="1395" y="6555"/>
                  </a:cubicBezTo>
                  <a:lnTo>
                    <a:pt x="4158" y="2167"/>
                  </a:lnTo>
                  <a:cubicBezTo>
                    <a:pt x="4321" y="1924"/>
                    <a:pt x="4578" y="1774"/>
                    <a:pt x="4849" y="1774"/>
                  </a:cubicBezTo>
                  <a:close/>
                  <a:moveTo>
                    <a:pt x="2574" y="1"/>
                  </a:moveTo>
                  <a:cubicBezTo>
                    <a:pt x="1152" y="1"/>
                    <a:pt x="1" y="1151"/>
                    <a:pt x="1" y="2574"/>
                  </a:cubicBezTo>
                  <a:lnTo>
                    <a:pt x="1" y="7110"/>
                  </a:lnTo>
                  <a:cubicBezTo>
                    <a:pt x="1" y="8533"/>
                    <a:pt x="1152" y="9683"/>
                    <a:pt x="2574" y="9683"/>
                  </a:cubicBezTo>
                  <a:lnTo>
                    <a:pt x="7110" y="9683"/>
                  </a:lnTo>
                  <a:cubicBezTo>
                    <a:pt x="8533" y="9683"/>
                    <a:pt x="9684" y="8533"/>
                    <a:pt x="9684" y="7110"/>
                  </a:cubicBezTo>
                  <a:lnTo>
                    <a:pt x="9684" y="2574"/>
                  </a:lnTo>
                  <a:cubicBezTo>
                    <a:pt x="9684" y="1151"/>
                    <a:pt x="8533" y="1"/>
                    <a:pt x="7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1" name="Google Shape;431;p39"/>
          <p:cNvSpPr/>
          <p:nvPr/>
        </p:nvSpPr>
        <p:spPr>
          <a:xfrm>
            <a:off x="7105670" y="1897407"/>
            <a:ext cx="266560" cy="412437"/>
          </a:xfrm>
          <a:custGeom>
            <a:rect b="b" l="l" r="r" t="t"/>
            <a:pathLst>
              <a:path extrusionOk="0" h="11295" w="7300">
                <a:moveTo>
                  <a:pt x="3657" y="5146"/>
                </a:moveTo>
                <a:cubicBezTo>
                  <a:pt x="3833" y="5146"/>
                  <a:pt x="3982" y="5296"/>
                  <a:pt x="3982" y="5471"/>
                </a:cubicBezTo>
                <a:lnTo>
                  <a:pt x="3982" y="5756"/>
                </a:lnTo>
                <a:lnTo>
                  <a:pt x="4266" y="5756"/>
                </a:lnTo>
                <a:cubicBezTo>
                  <a:pt x="4443" y="5756"/>
                  <a:pt x="4591" y="5905"/>
                  <a:pt x="4591" y="6094"/>
                </a:cubicBezTo>
                <a:cubicBezTo>
                  <a:pt x="4591" y="6271"/>
                  <a:pt x="4443" y="6419"/>
                  <a:pt x="4266" y="6419"/>
                </a:cubicBezTo>
                <a:lnTo>
                  <a:pt x="3982" y="6419"/>
                </a:lnTo>
                <a:lnTo>
                  <a:pt x="3982" y="6704"/>
                </a:lnTo>
                <a:cubicBezTo>
                  <a:pt x="3982" y="6880"/>
                  <a:pt x="3833" y="7029"/>
                  <a:pt x="3657" y="7029"/>
                </a:cubicBezTo>
                <a:cubicBezTo>
                  <a:pt x="3468" y="7029"/>
                  <a:pt x="3318" y="6880"/>
                  <a:pt x="3318" y="6704"/>
                </a:cubicBezTo>
                <a:lnTo>
                  <a:pt x="3318" y="6419"/>
                </a:lnTo>
                <a:lnTo>
                  <a:pt x="3034" y="6419"/>
                </a:lnTo>
                <a:cubicBezTo>
                  <a:pt x="2858" y="6419"/>
                  <a:pt x="2709" y="6271"/>
                  <a:pt x="2709" y="6094"/>
                </a:cubicBezTo>
                <a:cubicBezTo>
                  <a:pt x="2709" y="5905"/>
                  <a:pt x="2858" y="5756"/>
                  <a:pt x="3034" y="5756"/>
                </a:cubicBezTo>
                <a:lnTo>
                  <a:pt x="3318" y="5756"/>
                </a:lnTo>
                <a:lnTo>
                  <a:pt x="3318" y="5471"/>
                </a:lnTo>
                <a:cubicBezTo>
                  <a:pt x="3318" y="5296"/>
                  <a:pt x="3468" y="5146"/>
                  <a:pt x="3657" y="5146"/>
                </a:cubicBezTo>
                <a:close/>
                <a:moveTo>
                  <a:pt x="3657" y="7584"/>
                </a:moveTo>
                <a:cubicBezTo>
                  <a:pt x="3995" y="7584"/>
                  <a:pt x="4280" y="7869"/>
                  <a:pt x="4280" y="8221"/>
                </a:cubicBezTo>
                <a:cubicBezTo>
                  <a:pt x="4280" y="8559"/>
                  <a:pt x="3995" y="8844"/>
                  <a:pt x="3657" y="8844"/>
                </a:cubicBezTo>
                <a:cubicBezTo>
                  <a:pt x="3305" y="8844"/>
                  <a:pt x="3020" y="8559"/>
                  <a:pt x="3020" y="8221"/>
                </a:cubicBezTo>
                <a:cubicBezTo>
                  <a:pt x="3020" y="7869"/>
                  <a:pt x="3305" y="7584"/>
                  <a:pt x="3657" y="7584"/>
                </a:cubicBezTo>
                <a:close/>
                <a:moveTo>
                  <a:pt x="3643" y="0"/>
                </a:moveTo>
                <a:cubicBezTo>
                  <a:pt x="2560" y="0"/>
                  <a:pt x="1666" y="894"/>
                  <a:pt x="1666" y="1977"/>
                </a:cubicBezTo>
                <a:cubicBezTo>
                  <a:pt x="1666" y="2763"/>
                  <a:pt x="2126" y="3440"/>
                  <a:pt x="2776" y="3765"/>
                </a:cubicBezTo>
                <a:lnTo>
                  <a:pt x="2776" y="4402"/>
                </a:lnTo>
                <a:cubicBezTo>
                  <a:pt x="2289" y="4686"/>
                  <a:pt x="1964" y="5228"/>
                  <a:pt x="1964" y="5838"/>
                </a:cubicBezTo>
                <a:lnTo>
                  <a:pt x="1964" y="9657"/>
                </a:lnTo>
                <a:lnTo>
                  <a:pt x="826" y="9657"/>
                </a:lnTo>
                <a:cubicBezTo>
                  <a:pt x="366" y="9657"/>
                  <a:pt x="1" y="10022"/>
                  <a:pt x="1" y="10469"/>
                </a:cubicBezTo>
                <a:cubicBezTo>
                  <a:pt x="1" y="10930"/>
                  <a:pt x="366" y="11295"/>
                  <a:pt x="826" y="11295"/>
                </a:cubicBezTo>
                <a:lnTo>
                  <a:pt x="6474" y="11295"/>
                </a:lnTo>
                <a:cubicBezTo>
                  <a:pt x="6935" y="11295"/>
                  <a:pt x="7300" y="10930"/>
                  <a:pt x="7300" y="10469"/>
                </a:cubicBezTo>
                <a:cubicBezTo>
                  <a:pt x="7300" y="10022"/>
                  <a:pt x="6935" y="9657"/>
                  <a:pt x="6474" y="9657"/>
                </a:cubicBezTo>
                <a:lnTo>
                  <a:pt x="5337" y="9657"/>
                </a:lnTo>
                <a:lnTo>
                  <a:pt x="5337" y="5838"/>
                </a:lnTo>
                <a:cubicBezTo>
                  <a:pt x="5337" y="5242"/>
                  <a:pt x="5025" y="4713"/>
                  <a:pt x="4551" y="4415"/>
                </a:cubicBezTo>
                <a:lnTo>
                  <a:pt x="4551" y="3738"/>
                </a:lnTo>
                <a:cubicBezTo>
                  <a:pt x="5187" y="3413"/>
                  <a:pt x="5635" y="2750"/>
                  <a:pt x="5635" y="1977"/>
                </a:cubicBezTo>
                <a:cubicBezTo>
                  <a:pt x="5635" y="894"/>
                  <a:pt x="4741" y="0"/>
                  <a:pt x="3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2" name="Google Shape;432;p39"/>
          <p:cNvGrpSpPr/>
          <p:nvPr/>
        </p:nvGrpSpPr>
        <p:grpSpPr>
          <a:xfrm>
            <a:off x="815900" y="681625"/>
            <a:ext cx="7512200" cy="179100"/>
            <a:chOff x="815900" y="681625"/>
            <a:chExt cx="7512200" cy="179100"/>
          </a:xfrm>
        </p:grpSpPr>
        <p:sp>
          <p:nvSpPr>
            <p:cNvPr id="433" name="Google Shape;433;p39"/>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9"/>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EVALUATION FUNCTION COMPONENTS</a:t>
            </a:r>
            <a:endParaRPr/>
          </a:p>
        </p:txBody>
      </p:sp>
      <p:sp>
        <p:nvSpPr>
          <p:cNvPr id="440" name="Google Shape;440;p40"/>
          <p:cNvSpPr txBox="1"/>
          <p:nvPr>
            <p:ph idx="1" type="subTitle"/>
          </p:nvPr>
        </p:nvSpPr>
        <p:spPr>
          <a:xfrm>
            <a:off x="720025" y="3783600"/>
            <a:ext cx="2370000" cy="534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King pawn shield (+12 per pawn). Hanging piece penalties: N:-195, B:-201, R:-305, Q:-549.</a:t>
            </a:r>
            <a:endParaRPr/>
          </a:p>
        </p:txBody>
      </p:sp>
      <p:sp>
        <p:nvSpPr>
          <p:cNvPr id="441" name="Google Shape;441;p40"/>
          <p:cNvSpPr txBox="1"/>
          <p:nvPr>
            <p:ph idx="2" type="subTitle"/>
          </p:nvPr>
        </p:nvSpPr>
        <p:spPr>
          <a:xfrm>
            <a:off x="719988" y="3257675"/>
            <a:ext cx="2370000" cy="534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KING SAFETY</a:t>
            </a:r>
            <a:endParaRPr/>
          </a:p>
        </p:txBody>
      </p:sp>
      <p:sp>
        <p:nvSpPr>
          <p:cNvPr id="442" name="Google Shape;442;p40"/>
          <p:cNvSpPr txBox="1"/>
          <p:nvPr>
            <p:ph idx="3" type="subTitle"/>
          </p:nvPr>
        </p:nvSpPr>
        <p:spPr>
          <a:xfrm>
            <a:off x="6054000" y="3783600"/>
            <a:ext cx="23700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Mop-up evaluation for decisive advantages. KBN/KBB corner-driving heuristics. 50-move rule decay.</a:t>
            </a:r>
            <a:endParaRPr/>
          </a:p>
        </p:txBody>
      </p:sp>
      <p:sp>
        <p:nvSpPr>
          <p:cNvPr id="443" name="Google Shape;443;p40"/>
          <p:cNvSpPr txBox="1"/>
          <p:nvPr>
            <p:ph idx="4" type="subTitle"/>
          </p:nvPr>
        </p:nvSpPr>
        <p:spPr>
          <a:xfrm>
            <a:off x="6053963" y="3257675"/>
            <a:ext cx="23700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ENDGAME</a:t>
            </a:r>
            <a:endParaRPr/>
          </a:p>
        </p:txBody>
      </p:sp>
      <p:sp>
        <p:nvSpPr>
          <p:cNvPr id="444" name="Google Shape;444;p40"/>
          <p:cNvSpPr txBox="1"/>
          <p:nvPr>
            <p:ph idx="5" type="subTitle"/>
          </p:nvPr>
        </p:nvSpPr>
        <p:spPr>
          <a:xfrm>
            <a:off x="720025" y="2353425"/>
            <a:ext cx="2370000" cy="534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Separate MG/EG piece values with 64-entry PSTs per piece per phase. PeSTO tables, Texel-refined.</a:t>
            </a:r>
            <a:endParaRPr/>
          </a:p>
        </p:txBody>
      </p:sp>
      <p:sp>
        <p:nvSpPr>
          <p:cNvPr id="445" name="Google Shape;445;p40"/>
          <p:cNvSpPr txBox="1"/>
          <p:nvPr>
            <p:ph idx="6" type="subTitle"/>
          </p:nvPr>
        </p:nvSpPr>
        <p:spPr>
          <a:xfrm>
            <a:off x="719988" y="1827500"/>
            <a:ext cx="2370000" cy="534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MATERIAL + PST</a:t>
            </a:r>
            <a:endParaRPr/>
          </a:p>
        </p:txBody>
      </p:sp>
      <p:sp>
        <p:nvSpPr>
          <p:cNvPr id="446" name="Google Shape;446;p40"/>
          <p:cNvSpPr txBox="1"/>
          <p:nvPr>
            <p:ph idx="7" type="subTitle"/>
          </p:nvPr>
        </p:nvSpPr>
        <p:spPr>
          <a:xfrm>
            <a:off x="6054000" y="2353425"/>
            <a:ext cx="23700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Doubled (-18), isolated (-24) penalties. Passed pawn bonuses by rank. Connected passers, rook behind passer.</a:t>
            </a:r>
            <a:endParaRPr/>
          </a:p>
        </p:txBody>
      </p:sp>
      <p:sp>
        <p:nvSpPr>
          <p:cNvPr id="447" name="Google Shape;447;p40"/>
          <p:cNvSpPr txBox="1"/>
          <p:nvPr>
            <p:ph idx="8" type="subTitle"/>
          </p:nvPr>
        </p:nvSpPr>
        <p:spPr>
          <a:xfrm>
            <a:off x="6053963" y="1827500"/>
            <a:ext cx="23700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PAWN STRUCTURE</a:t>
            </a:r>
            <a:endParaRPr/>
          </a:p>
        </p:txBody>
      </p:sp>
      <p:sp>
        <p:nvSpPr>
          <p:cNvPr id="448" name="Google Shape;448;p40"/>
          <p:cNvSpPr/>
          <p:nvPr/>
        </p:nvSpPr>
        <p:spPr>
          <a:xfrm>
            <a:off x="3240575" y="1827500"/>
            <a:ext cx="974100" cy="97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0"/>
          <p:cNvSpPr/>
          <p:nvPr/>
        </p:nvSpPr>
        <p:spPr>
          <a:xfrm>
            <a:off x="3240575" y="3294125"/>
            <a:ext cx="974100" cy="9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0"/>
          <p:cNvSpPr/>
          <p:nvPr/>
        </p:nvSpPr>
        <p:spPr>
          <a:xfrm>
            <a:off x="4929325" y="1827500"/>
            <a:ext cx="974100" cy="9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0"/>
          <p:cNvSpPr/>
          <p:nvPr/>
        </p:nvSpPr>
        <p:spPr>
          <a:xfrm>
            <a:off x="4929325" y="3294125"/>
            <a:ext cx="974100" cy="97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 name="Google Shape;452;p40"/>
          <p:cNvGrpSpPr/>
          <p:nvPr/>
        </p:nvGrpSpPr>
        <p:grpSpPr>
          <a:xfrm>
            <a:off x="5236002" y="2134192"/>
            <a:ext cx="360737" cy="360699"/>
            <a:chOff x="3168172" y="1586023"/>
            <a:chExt cx="309380" cy="309348"/>
          </a:xfrm>
        </p:grpSpPr>
        <p:sp>
          <p:nvSpPr>
            <p:cNvPr id="453" name="Google Shape;453;p40"/>
            <p:cNvSpPr/>
            <p:nvPr/>
          </p:nvSpPr>
          <p:spPr>
            <a:xfrm>
              <a:off x="3247788" y="1665639"/>
              <a:ext cx="150153" cy="150121"/>
            </a:xfrm>
            <a:custGeom>
              <a:rect b="b" l="l" r="r" t="t"/>
              <a:pathLst>
                <a:path extrusionOk="0" h="4699" w="4700">
                  <a:moveTo>
                    <a:pt x="2344" y="0"/>
                  </a:moveTo>
                  <a:cubicBezTo>
                    <a:pt x="1056" y="0"/>
                    <a:pt x="0" y="1056"/>
                    <a:pt x="0" y="2342"/>
                  </a:cubicBezTo>
                  <a:cubicBezTo>
                    <a:pt x="0" y="3642"/>
                    <a:pt x="1056" y="4699"/>
                    <a:pt x="2344" y="4699"/>
                  </a:cubicBezTo>
                  <a:cubicBezTo>
                    <a:pt x="3644" y="4699"/>
                    <a:pt x="4700" y="3642"/>
                    <a:pt x="4700" y="2342"/>
                  </a:cubicBezTo>
                  <a:cubicBezTo>
                    <a:pt x="4700" y="1056"/>
                    <a:pt x="3644" y="0"/>
                    <a:pt x="23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0"/>
            <p:cNvSpPr/>
            <p:nvPr/>
          </p:nvSpPr>
          <p:spPr>
            <a:xfrm>
              <a:off x="3168172" y="1586023"/>
              <a:ext cx="309380" cy="309348"/>
            </a:xfrm>
            <a:custGeom>
              <a:rect b="b" l="l" r="r" t="t"/>
              <a:pathLst>
                <a:path extrusionOk="0" h="9683" w="9684">
                  <a:moveTo>
                    <a:pt x="4836" y="1205"/>
                  </a:moveTo>
                  <a:cubicBezTo>
                    <a:pt x="6840" y="1205"/>
                    <a:pt x="8465" y="2830"/>
                    <a:pt x="8465" y="4834"/>
                  </a:cubicBezTo>
                  <a:cubicBezTo>
                    <a:pt x="8465" y="6839"/>
                    <a:pt x="6840" y="8478"/>
                    <a:pt x="4836" y="8478"/>
                  </a:cubicBezTo>
                  <a:cubicBezTo>
                    <a:pt x="2831" y="8478"/>
                    <a:pt x="1206" y="6839"/>
                    <a:pt x="1206" y="4834"/>
                  </a:cubicBezTo>
                  <a:cubicBezTo>
                    <a:pt x="1206" y="2830"/>
                    <a:pt x="2831" y="1205"/>
                    <a:pt x="4836" y="1205"/>
                  </a:cubicBezTo>
                  <a:close/>
                  <a:moveTo>
                    <a:pt x="2573" y="0"/>
                  </a:moveTo>
                  <a:cubicBezTo>
                    <a:pt x="1152" y="0"/>
                    <a:pt x="0" y="1151"/>
                    <a:pt x="0" y="2573"/>
                  </a:cubicBezTo>
                  <a:lnTo>
                    <a:pt x="0" y="7110"/>
                  </a:lnTo>
                  <a:cubicBezTo>
                    <a:pt x="0" y="8532"/>
                    <a:pt x="1152" y="9683"/>
                    <a:pt x="2573" y="9683"/>
                  </a:cubicBezTo>
                  <a:lnTo>
                    <a:pt x="7111" y="9683"/>
                  </a:lnTo>
                  <a:cubicBezTo>
                    <a:pt x="8519" y="9683"/>
                    <a:pt x="9684" y="8532"/>
                    <a:pt x="9684" y="7110"/>
                  </a:cubicBezTo>
                  <a:lnTo>
                    <a:pt x="9684" y="2573"/>
                  </a:lnTo>
                  <a:cubicBezTo>
                    <a:pt x="9684" y="1151"/>
                    <a:pt x="8519" y="0"/>
                    <a:pt x="7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40"/>
          <p:cNvGrpSpPr/>
          <p:nvPr/>
        </p:nvGrpSpPr>
        <p:grpSpPr>
          <a:xfrm>
            <a:off x="5241294" y="3606099"/>
            <a:ext cx="350157" cy="350157"/>
            <a:chOff x="3172485" y="2128128"/>
            <a:chExt cx="300306" cy="300306"/>
          </a:xfrm>
        </p:grpSpPr>
        <p:sp>
          <p:nvSpPr>
            <p:cNvPr id="456" name="Google Shape;456;p40"/>
            <p:cNvSpPr/>
            <p:nvPr/>
          </p:nvSpPr>
          <p:spPr>
            <a:xfrm>
              <a:off x="3380185" y="2327615"/>
              <a:ext cx="32" cy="447"/>
            </a:xfrm>
            <a:custGeom>
              <a:rect b="b" l="l" r="r" t="t"/>
              <a:pathLst>
                <a:path extrusionOk="0" h="14" w="1">
                  <a:moveTo>
                    <a:pt x="0" y="0"/>
                  </a:moveTo>
                  <a:lnTo>
                    <a:pt x="0" y="13"/>
                  </a:lnTo>
                  <a:lnTo>
                    <a:pt x="0" y="0"/>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0"/>
            <p:cNvSpPr/>
            <p:nvPr/>
          </p:nvSpPr>
          <p:spPr>
            <a:xfrm>
              <a:off x="3264657" y="2229373"/>
              <a:ext cx="1310" cy="32"/>
            </a:xfrm>
            <a:custGeom>
              <a:rect b="b" l="l" r="r" t="t"/>
              <a:pathLst>
                <a:path extrusionOk="0" h="1" w="41">
                  <a:moveTo>
                    <a:pt x="41" y="1"/>
                  </a:moveTo>
                  <a:lnTo>
                    <a:pt x="28"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0"/>
            <p:cNvSpPr/>
            <p:nvPr/>
          </p:nvSpPr>
          <p:spPr>
            <a:xfrm>
              <a:off x="3172485" y="2128128"/>
              <a:ext cx="300306" cy="300306"/>
            </a:xfrm>
            <a:custGeom>
              <a:rect b="b" l="l" r="r" t="t"/>
              <a:pathLst>
                <a:path extrusionOk="0" h="9400" w="9400">
                  <a:moveTo>
                    <a:pt x="7205" y="1545"/>
                  </a:moveTo>
                  <a:cubicBezTo>
                    <a:pt x="7612" y="1545"/>
                    <a:pt x="7951" y="1870"/>
                    <a:pt x="7964" y="2276"/>
                  </a:cubicBezTo>
                  <a:cubicBezTo>
                    <a:pt x="7978" y="2507"/>
                    <a:pt x="7910" y="2682"/>
                    <a:pt x="7801" y="2845"/>
                  </a:cubicBezTo>
                  <a:cubicBezTo>
                    <a:pt x="7599" y="3157"/>
                    <a:pt x="6691" y="3915"/>
                    <a:pt x="6501" y="3915"/>
                  </a:cubicBezTo>
                  <a:cubicBezTo>
                    <a:pt x="6312" y="3915"/>
                    <a:pt x="5405" y="3157"/>
                    <a:pt x="5201" y="2845"/>
                  </a:cubicBezTo>
                  <a:cubicBezTo>
                    <a:pt x="5093" y="2682"/>
                    <a:pt x="5026" y="2507"/>
                    <a:pt x="5026" y="2276"/>
                  </a:cubicBezTo>
                  <a:cubicBezTo>
                    <a:pt x="5053" y="1870"/>
                    <a:pt x="5378" y="1545"/>
                    <a:pt x="5784" y="1545"/>
                  </a:cubicBezTo>
                  <a:cubicBezTo>
                    <a:pt x="6203" y="1545"/>
                    <a:pt x="6447" y="1978"/>
                    <a:pt x="6501" y="1978"/>
                  </a:cubicBezTo>
                  <a:cubicBezTo>
                    <a:pt x="6555" y="1978"/>
                    <a:pt x="6813" y="1545"/>
                    <a:pt x="7205" y="1545"/>
                  </a:cubicBezTo>
                  <a:close/>
                  <a:moveTo>
                    <a:pt x="2899" y="1247"/>
                  </a:moveTo>
                  <a:cubicBezTo>
                    <a:pt x="3102" y="1247"/>
                    <a:pt x="3996" y="2005"/>
                    <a:pt x="4213" y="2317"/>
                  </a:cubicBezTo>
                  <a:cubicBezTo>
                    <a:pt x="4307" y="2465"/>
                    <a:pt x="4389" y="2642"/>
                    <a:pt x="4376" y="2872"/>
                  </a:cubicBezTo>
                  <a:cubicBezTo>
                    <a:pt x="4348" y="3278"/>
                    <a:pt x="4023" y="3617"/>
                    <a:pt x="3617" y="3617"/>
                  </a:cubicBezTo>
                  <a:cubicBezTo>
                    <a:pt x="3428" y="3617"/>
                    <a:pt x="3278" y="3522"/>
                    <a:pt x="3157" y="3413"/>
                  </a:cubicBezTo>
                  <a:lnTo>
                    <a:pt x="3157" y="3509"/>
                  </a:lnTo>
                  <a:lnTo>
                    <a:pt x="3346" y="3996"/>
                  </a:lnTo>
                  <a:cubicBezTo>
                    <a:pt x="3359" y="4051"/>
                    <a:pt x="3359" y="4105"/>
                    <a:pt x="3332" y="4145"/>
                  </a:cubicBezTo>
                  <a:cubicBezTo>
                    <a:pt x="3305" y="4186"/>
                    <a:pt x="3251" y="4213"/>
                    <a:pt x="3211" y="4213"/>
                  </a:cubicBezTo>
                  <a:lnTo>
                    <a:pt x="2601" y="4213"/>
                  </a:lnTo>
                  <a:cubicBezTo>
                    <a:pt x="2561" y="4213"/>
                    <a:pt x="2507" y="4186"/>
                    <a:pt x="2480" y="4145"/>
                  </a:cubicBezTo>
                  <a:cubicBezTo>
                    <a:pt x="2452" y="4105"/>
                    <a:pt x="2452" y="4051"/>
                    <a:pt x="2465" y="3996"/>
                  </a:cubicBezTo>
                  <a:lnTo>
                    <a:pt x="2655" y="3509"/>
                  </a:lnTo>
                  <a:lnTo>
                    <a:pt x="2655" y="3413"/>
                  </a:lnTo>
                  <a:cubicBezTo>
                    <a:pt x="2534" y="3509"/>
                    <a:pt x="2384" y="3617"/>
                    <a:pt x="2195" y="3617"/>
                  </a:cubicBezTo>
                  <a:cubicBezTo>
                    <a:pt x="1788" y="3617"/>
                    <a:pt x="1463" y="3278"/>
                    <a:pt x="1436" y="2872"/>
                  </a:cubicBezTo>
                  <a:cubicBezTo>
                    <a:pt x="1423" y="2642"/>
                    <a:pt x="1504" y="2480"/>
                    <a:pt x="1599" y="2317"/>
                  </a:cubicBezTo>
                  <a:cubicBezTo>
                    <a:pt x="1815" y="1992"/>
                    <a:pt x="2709" y="1247"/>
                    <a:pt x="2899" y="1247"/>
                  </a:cubicBezTo>
                  <a:close/>
                  <a:moveTo>
                    <a:pt x="2913" y="4957"/>
                  </a:moveTo>
                  <a:cubicBezTo>
                    <a:pt x="2926" y="4957"/>
                    <a:pt x="2953" y="4971"/>
                    <a:pt x="2967" y="4984"/>
                  </a:cubicBezTo>
                  <a:lnTo>
                    <a:pt x="4226" y="6393"/>
                  </a:lnTo>
                  <a:cubicBezTo>
                    <a:pt x="4253" y="6434"/>
                    <a:pt x="4253" y="6474"/>
                    <a:pt x="4226" y="6515"/>
                  </a:cubicBezTo>
                  <a:lnTo>
                    <a:pt x="2967" y="7937"/>
                  </a:lnTo>
                  <a:cubicBezTo>
                    <a:pt x="2953" y="7951"/>
                    <a:pt x="2926" y="7964"/>
                    <a:pt x="2913" y="7964"/>
                  </a:cubicBezTo>
                  <a:cubicBezTo>
                    <a:pt x="2886" y="7964"/>
                    <a:pt x="2859" y="7951"/>
                    <a:pt x="2845" y="7937"/>
                  </a:cubicBezTo>
                  <a:lnTo>
                    <a:pt x="1586" y="6515"/>
                  </a:lnTo>
                  <a:cubicBezTo>
                    <a:pt x="1559" y="6474"/>
                    <a:pt x="1559" y="6434"/>
                    <a:pt x="1586" y="6393"/>
                  </a:cubicBezTo>
                  <a:lnTo>
                    <a:pt x="2845" y="4984"/>
                  </a:lnTo>
                  <a:cubicBezTo>
                    <a:pt x="2859" y="4971"/>
                    <a:pt x="2886" y="4957"/>
                    <a:pt x="2913" y="4957"/>
                  </a:cubicBezTo>
                  <a:close/>
                  <a:moveTo>
                    <a:pt x="6501" y="4768"/>
                  </a:moveTo>
                  <a:cubicBezTo>
                    <a:pt x="6907" y="4768"/>
                    <a:pt x="7247" y="5093"/>
                    <a:pt x="7247" y="5513"/>
                  </a:cubicBezTo>
                  <a:cubicBezTo>
                    <a:pt x="7247" y="5662"/>
                    <a:pt x="7192" y="5811"/>
                    <a:pt x="7111" y="5932"/>
                  </a:cubicBezTo>
                  <a:cubicBezTo>
                    <a:pt x="7517" y="5932"/>
                    <a:pt x="7855" y="6257"/>
                    <a:pt x="7855" y="6664"/>
                  </a:cubicBezTo>
                  <a:cubicBezTo>
                    <a:pt x="7855" y="7084"/>
                    <a:pt x="7517" y="7409"/>
                    <a:pt x="7111" y="7409"/>
                  </a:cubicBezTo>
                  <a:cubicBezTo>
                    <a:pt x="7016" y="7409"/>
                    <a:pt x="6935" y="7395"/>
                    <a:pt x="6853" y="7368"/>
                  </a:cubicBezTo>
                  <a:cubicBezTo>
                    <a:pt x="6842" y="7363"/>
                    <a:pt x="6831" y="7360"/>
                    <a:pt x="6820" y="7360"/>
                  </a:cubicBezTo>
                  <a:cubicBezTo>
                    <a:pt x="6804" y="7360"/>
                    <a:pt x="6788" y="7366"/>
                    <a:pt x="6772" y="7382"/>
                  </a:cubicBezTo>
                  <a:cubicBezTo>
                    <a:pt x="6745" y="7395"/>
                    <a:pt x="6745" y="7436"/>
                    <a:pt x="6759" y="7463"/>
                  </a:cubicBezTo>
                  <a:lnTo>
                    <a:pt x="6935" y="7951"/>
                  </a:lnTo>
                  <a:cubicBezTo>
                    <a:pt x="6962" y="8005"/>
                    <a:pt x="6949" y="8045"/>
                    <a:pt x="6922" y="8086"/>
                  </a:cubicBezTo>
                  <a:cubicBezTo>
                    <a:pt x="6894" y="8126"/>
                    <a:pt x="6853" y="8153"/>
                    <a:pt x="6799" y="8153"/>
                  </a:cubicBezTo>
                  <a:lnTo>
                    <a:pt x="6203" y="8153"/>
                  </a:lnTo>
                  <a:cubicBezTo>
                    <a:pt x="6149" y="8153"/>
                    <a:pt x="6109" y="8126"/>
                    <a:pt x="6082" y="8086"/>
                  </a:cubicBezTo>
                  <a:cubicBezTo>
                    <a:pt x="6041" y="8045"/>
                    <a:pt x="6041" y="8005"/>
                    <a:pt x="6055" y="7951"/>
                  </a:cubicBezTo>
                  <a:lnTo>
                    <a:pt x="6244" y="7463"/>
                  </a:lnTo>
                  <a:cubicBezTo>
                    <a:pt x="6257" y="7436"/>
                    <a:pt x="6244" y="7395"/>
                    <a:pt x="6230" y="7382"/>
                  </a:cubicBezTo>
                  <a:cubicBezTo>
                    <a:pt x="6214" y="7366"/>
                    <a:pt x="6198" y="7360"/>
                    <a:pt x="6182" y="7360"/>
                  </a:cubicBezTo>
                  <a:cubicBezTo>
                    <a:pt x="6171" y="7360"/>
                    <a:pt x="6160" y="7363"/>
                    <a:pt x="6149" y="7368"/>
                  </a:cubicBezTo>
                  <a:cubicBezTo>
                    <a:pt x="6068" y="7395"/>
                    <a:pt x="5974" y="7409"/>
                    <a:pt x="5892" y="7409"/>
                  </a:cubicBezTo>
                  <a:cubicBezTo>
                    <a:pt x="5472" y="7409"/>
                    <a:pt x="5147" y="7084"/>
                    <a:pt x="5147" y="6664"/>
                  </a:cubicBezTo>
                  <a:cubicBezTo>
                    <a:pt x="5147" y="6257"/>
                    <a:pt x="5472" y="5932"/>
                    <a:pt x="5892" y="5932"/>
                  </a:cubicBezTo>
                  <a:cubicBezTo>
                    <a:pt x="5811" y="5811"/>
                    <a:pt x="5757" y="5662"/>
                    <a:pt x="5757" y="5513"/>
                  </a:cubicBezTo>
                  <a:cubicBezTo>
                    <a:pt x="5757" y="5093"/>
                    <a:pt x="6095" y="4768"/>
                    <a:pt x="6501" y="4768"/>
                  </a:cubicBezTo>
                  <a:close/>
                  <a:moveTo>
                    <a:pt x="367" y="1"/>
                  </a:moveTo>
                  <a:cubicBezTo>
                    <a:pt x="163" y="1"/>
                    <a:pt x="1" y="163"/>
                    <a:pt x="1" y="353"/>
                  </a:cubicBezTo>
                  <a:lnTo>
                    <a:pt x="1" y="9047"/>
                  </a:lnTo>
                  <a:cubicBezTo>
                    <a:pt x="1" y="9237"/>
                    <a:pt x="163" y="9399"/>
                    <a:pt x="367" y="9399"/>
                  </a:cubicBezTo>
                  <a:lnTo>
                    <a:pt x="9047" y="9399"/>
                  </a:lnTo>
                  <a:cubicBezTo>
                    <a:pt x="9237" y="9399"/>
                    <a:pt x="9399" y="9237"/>
                    <a:pt x="9399" y="9047"/>
                  </a:cubicBezTo>
                  <a:lnTo>
                    <a:pt x="9399" y="353"/>
                  </a:lnTo>
                  <a:cubicBezTo>
                    <a:pt x="9399" y="163"/>
                    <a:pt x="9237" y="1"/>
                    <a:pt x="90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 name="Google Shape;459;p40"/>
          <p:cNvSpPr/>
          <p:nvPr/>
        </p:nvSpPr>
        <p:spPr>
          <a:xfrm>
            <a:off x="3612081" y="2105929"/>
            <a:ext cx="231099" cy="417237"/>
          </a:xfrm>
          <a:custGeom>
            <a:rect b="b" l="l" r="r" t="t"/>
            <a:pathLst>
              <a:path extrusionOk="0" h="11201" w="6204">
                <a:moveTo>
                  <a:pt x="3590" y="0"/>
                </a:moveTo>
                <a:cubicBezTo>
                  <a:pt x="3428" y="0"/>
                  <a:pt x="3292" y="95"/>
                  <a:pt x="3224" y="244"/>
                </a:cubicBezTo>
                <a:cubicBezTo>
                  <a:pt x="3170" y="393"/>
                  <a:pt x="3197" y="556"/>
                  <a:pt x="3305" y="664"/>
                </a:cubicBezTo>
                <a:cubicBezTo>
                  <a:pt x="3657" y="1016"/>
                  <a:pt x="3657" y="1571"/>
                  <a:pt x="3305" y="1923"/>
                </a:cubicBezTo>
                <a:cubicBezTo>
                  <a:pt x="3278" y="1950"/>
                  <a:pt x="3143" y="2031"/>
                  <a:pt x="2574" y="2167"/>
                </a:cubicBezTo>
                <a:lnTo>
                  <a:pt x="2574" y="1192"/>
                </a:lnTo>
                <a:cubicBezTo>
                  <a:pt x="2574" y="772"/>
                  <a:pt x="2236" y="433"/>
                  <a:pt x="1802" y="433"/>
                </a:cubicBezTo>
                <a:cubicBezTo>
                  <a:pt x="1382" y="433"/>
                  <a:pt x="1044" y="772"/>
                  <a:pt x="1044" y="1192"/>
                </a:cubicBezTo>
                <a:lnTo>
                  <a:pt x="1044" y="2465"/>
                </a:lnTo>
                <a:cubicBezTo>
                  <a:pt x="584" y="2546"/>
                  <a:pt x="340" y="2587"/>
                  <a:pt x="259" y="2627"/>
                </a:cubicBezTo>
                <a:cubicBezTo>
                  <a:pt x="96" y="2696"/>
                  <a:pt x="1" y="2831"/>
                  <a:pt x="1" y="2994"/>
                </a:cubicBezTo>
                <a:cubicBezTo>
                  <a:pt x="1" y="3156"/>
                  <a:pt x="96" y="3291"/>
                  <a:pt x="259" y="3359"/>
                </a:cubicBezTo>
                <a:cubicBezTo>
                  <a:pt x="340" y="3400"/>
                  <a:pt x="584" y="3440"/>
                  <a:pt x="1044" y="3521"/>
                </a:cubicBezTo>
                <a:lnTo>
                  <a:pt x="1044" y="10442"/>
                </a:lnTo>
                <a:cubicBezTo>
                  <a:pt x="1044" y="10861"/>
                  <a:pt x="1382" y="11200"/>
                  <a:pt x="1802" y="11200"/>
                </a:cubicBezTo>
                <a:cubicBezTo>
                  <a:pt x="2236" y="11200"/>
                  <a:pt x="2574" y="10861"/>
                  <a:pt x="2574" y="10442"/>
                </a:cubicBezTo>
                <a:lnTo>
                  <a:pt x="2574" y="3819"/>
                </a:lnTo>
                <a:cubicBezTo>
                  <a:pt x="3170" y="3955"/>
                  <a:pt x="3292" y="4036"/>
                  <a:pt x="3305" y="4050"/>
                </a:cubicBezTo>
                <a:cubicBezTo>
                  <a:pt x="3657" y="4402"/>
                  <a:pt x="3657" y="4971"/>
                  <a:pt x="3305" y="5323"/>
                </a:cubicBezTo>
                <a:cubicBezTo>
                  <a:pt x="3197" y="5431"/>
                  <a:pt x="3170" y="5594"/>
                  <a:pt x="3224" y="5742"/>
                </a:cubicBezTo>
                <a:cubicBezTo>
                  <a:pt x="3292" y="5892"/>
                  <a:pt x="3428" y="5986"/>
                  <a:pt x="3590" y="5986"/>
                </a:cubicBezTo>
                <a:cubicBezTo>
                  <a:pt x="4226" y="5986"/>
                  <a:pt x="4836" y="5729"/>
                  <a:pt x="5309" y="5242"/>
                </a:cubicBezTo>
                <a:cubicBezTo>
                  <a:pt x="5878" y="4673"/>
                  <a:pt x="6203" y="3860"/>
                  <a:pt x="6203" y="2994"/>
                </a:cubicBezTo>
                <a:cubicBezTo>
                  <a:pt x="6203" y="2208"/>
                  <a:pt x="5947" y="1463"/>
                  <a:pt x="5459" y="894"/>
                </a:cubicBezTo>
                <a:cubicBezTo>
                  <a:pt x="4971" y="325"/>
                  <a:pt x="4294" y="0"/>
                  <a:pt x="35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0"/>
          <p:cNvSpPr/>
          <p:nvPr/>
        </p:nvSpPr>
        <p:spPr>
          <a:xfrm>
            <a:off x="3499838" y="3577080"/>
            <a:ext cx="455568" cy="408186"/>
          </a:xfrm>
          <a:custGeom>
            <a:rect b="b" l="l" r="r" t="t"/>
            <a:pathLst>
              <a:path extrusionOk="0" h="10958" w="12230">
                <a:moveTo>
                  <a:pt x="2804" y="1"/>
                </a:moveTo>
                <a:cubicBezTo>
                  <a:pt x="2573" y="1"/>
                  <a:pt x="2344" y="96"/>
                  <a:pt x="2181" y="258"/>
                </a:cubicBezTo>
                <a:cubicBezTo>
                  <a:pt x="2073" y="367"/>
                  <a:pt x="2059" y="705"/>
                  <a:pt x="2127" y="990"/>
                </a:cubicBezTo>
                <a:lnTo>
                  <a:pt x="2005" y="1125"/>
                </a:lnTo>
                <a:lnTo>
                  <a:pt x="1680" y="800"/>
                </a:lnTo>
                <a:cubicBezTo>
                  <a:pt x="1612" y="732"/>
                  <a:pt x="1531" y="705"/>
                  <a:pt x="1436" y="705"/>
                </a:cubicBezTo>
                <a:cubicBezTo>
                  <a:pt x="1354" y="705"/>
                  <a:pt x="1273" y="732"/>
                  <a:pt x="1206" y="800"/>
                </a:cubicBezTo>
                <a:lnTo>
                  <a:pt x="881" y="1125"/>
                </a:lnTo>
                <a:cubicBezTo>
                  <a:pt x="759" y="1246"/>
                  <a:pt x="759" y="1463"/>
                  <a:pt x="881" y="1586"/>
                </a:cubicBezTo>
                <a:lnTo>
                  <a:pt x="1206" y="1911"/>
                </a:lnTo>
                <a:lnTo>
                  <a:pt x="1071" y="2046"/>
                </a:lnTo>
                <a:cubicBezTo>
                  <a:pt x="935" y="2019"/>
                  <a:pt x="800" y="2005"/>
                  <a:pt x="691" y="2005"/>
                </a:cubicBezTo>
                <a:cubicBezTo>
                  <a:pt x="434" y="2005"/>
                  <a:pt x="366" y="2073"/>
                  <a:pt x="339" y="2100"/>
                </a:cubicBezTo>
                <a:cubicBezTo>
                  <a:pt x="0" y="2438"/>
                  <a:pt x="0" y="3007"/>
                  <a:pt x="339" y="3346"/>
                </a:cubicBezTo>
                <a:cubicBezTo>
                  <a:pt x="515" y="3522"/>
                  <a:pt x="732" y="3603"/>
                  <a:pt x="975" y="3603"/>
                </a:cubicBezTo>
                <a:cubicBezTo>
                  <a:pt x="1206" y="3603"/>
                  <a:pt x="1436" y="3522"/>
                  <a:pt x="1598" y="3346"/>
                </a:cubicBezTo>
                <a:cubicBezTo>
                  <a:pt x="1707" y="3251"/>
                  <a:pt x="1721" y="2913"/>
                  <a:pt x="1652" y="2615"/>
                </a:cubicBezTo>
                <a:lnTo>
                  <a:pt x="1775" y="2479"/>
                </a:lnTo>
                <a:lnTo>
                  <a:pt x="2804" y="3509"/>
                </a:lnTo>
                <a:lnTo>
                  <a:pt x="2804" y="6637"/>
                </a:lnTo>
                <a:cubicBezTo>
                  <a:pt x="2804" y="7151"/>
                  <a:pt x="3007" y="7626"/>
                  <a:pt x="3305" y="8045"/>
                </a:cubicBezTo>
                <a:lnTo>
                  <a:pt x="1896" y="9453"/>
                </a:lnTo>
                <a:cubicBezTo>
                  <a:pt x="1802" y="9535"/>
                  <a:pt x="1694" y="9697"/>
                  <a:pt x="1639" y="9806"/>
                </a:cubicBezTo>
                <a:lnTo>
                  <a:pt x="1219" y="10659"/>
                </a:lnTo>
                <a:cubicBezTo>
                  <a:pt x="1165" y="10768"/>
                  <a:pt x="1179" y="10835"/>
                  <a:pt x="1206" y="10876"/>
                </a:cubicBezTo>
                <a:cubicBezTo>
                  <a:pt x="1233" y="10930"/>
                  <a:pt x="1287" y="10957"/>
                  <a:pt x="1354" y="10957"/>
                </a:cubicBezTo>
                <a:cubicBezTo>
                  <a:pt x="1396" y="10957"/>
                  <a:pt x="1436" y="10943"/>
                  <a:pt x="1477" y="10916"/>
                </a:cubicBezTo>
                <a:lnTo>
                  <a:pt x="2330" y="10497"/>
                </a:lnTo>
                <a:cubicBezTo>
                  <a:pt x="2438" y="10443"/>
                  <a:pt x="2600" y="10334"/>
                  <a:pt x="2682" y="10239"/>
                </a:cubicBezTo>
                <a:lnTo>
                  <a:pt x="4050" y="8872"/>
                </a:lnTo>
                <a:cubicBezTo>
                  <a:pt x="4144" y="8966"/>
                  <a:pt x="4253" y="9047"/>
                  <a:pt x="4348" y="9128"/>
                </a:cubicBezTo>
                <a:cubicBezTo>
                  <a:pt x="5065" y="9711"/>
                  <a:pt x="5905" y="10145"/>
                  <a:pt x="6094" y="10145"/>
                </a:cubicBezTo>
                <a:cubicBezTo>
                  <a:pt x="6244" y="10145"/>
                  <a:pt x="7084" y="9697"/>
                  <a:pt x="7815" y="9128"/>
                </a:cubicBezTo>
                <a:cubicBezTo>
                  <a:pt x="7923" y="9047"/>
                  <a:pt x="8032" y="8953"/>
                  <a:pt x="8140" y="8845"/>
                </a:cubicBezTo>
                <a:lnTo>
                  <a:pt x="9534" y="10239"/>
                </a:lnTo>
                <a:cubicBezTo>
                  <a:pt x="9630" y="10334"/>
                  <a:pt x="9778" y="10443"/>
                  <a:pt x="9900" y="10497"/>
                </a:cubicBezTo>
                <a:lnTo>
                  <a:pt x="10740" y="10916"/>
                </a:lnTo>
                <a:cubicBezTo>
                  <a:pt x="10794" y="10943"/>
                  <a:pt x="10834" y="10957"/>
                  <a:pt x="10876" y="10957"/>
                </a:cubicBezTo>
                <a:cubicBezTo>
                  <a:pt x="10930" y="10957"/>
                  <a:pt x="10984" y="10930"/>
                  <a:pt x="11024" y="10876"/>
                </a:cubicBezTo>
                <a:cubicBezTo>
                  <a:pt x="11038" y="10835"/>
                  <a:pt x="11065" y="10768"/>
                  <a:pt x="11011" y="10659"/>
                </a:cubicBezTo>
                <a:lnTo>
                  <a:pt x="10591" y="9806"/>
                </a:lnTo>
                <a:cubicBezTo>
                  <a:pt x="10536" y="9697"/>
                  <a:pt x="10415" y="9535"/>
                  <a:pt x="10334" y="9453"/>
                </a:cubicBezTo>
                <a:lnTo>
                  <a:pt x="8898" y="8018"/>
                </a:lnTo>
                <a:cubicBezTo>
                  <a:pt x="9196" y="7599"/>
                  <a:pt x="9386" y="7138"/>
                  <a:pt x="9386" y="6637"/>
                </a:cubicBezTo>
                <a:lnTo>
                  <a:pt x="9386" y="3536"/>
                </a:lnTo>
                <a:lnTo>
                  <a:pt x="10442" y="2479"/>
                </a:lnTo>
                <a:lnTo>
                  <a:pt x="10578" y="2615"/>
                </a:lnTo>
                <a:cubicBezTo>
                  <a:pt x="10509" y="2913"/>
                  <a:pt x="10523" y="3251"/>
                  <a:pt x="10618" y="3346"/>
                </a:cubicBezTo>
                <a:cubicBezTo>
                  <a:pt x="10794" y="3522"/>
                  <a:pt x="11011" y="3603"/>
                  <a:pt x="11255" y="3603"/>
                </a:cubicBezTo>
                <a:cubicBezTo>
                  <a:pt x="11484" y="3603"/>
                  <a:pt x="11715" y="3522"/>
                  <a:pt x="11878" y="3346"/>
                </a:cubicBezTo>
                <a:cubicBezTo>
                  <a:pt x="12230" y="3007"/>
                  <a:pt x="12230" y="2438"/>
                  <a:pt x="11878" y="2100"/>
                </a:cubicBezTo>
                <a:cubicBezTo>
                  <a:pt x="11851" y="2073"/>
                  <a:pt x="11782" y="2005"/>
                  <a:pt x="11526" y="2005"/>
                </a:cubicBezTo>
                <a:cubicBezTo>
                  <a:pt x="11430" y="2005"/>
                  <a:pt x="11282" y="2019"/>
                  <a:pt x="11146" y="2046"/>
                </a:cubicBezTo>
                <a:lnTo>
                  <a:pt x="11011" y="1911"/>
                </a:lnTo>
                <a:lnTo>
                  <a:pt x="11336" y="1586"/>
                </a:lnTo>
                <a:cubicBezTo>
                  <a:pt x="11471" y="1463"/>
                  <a:pt x="11471" y="1246"/>
                  <a:pt x="11336" y="1125"/>
                </a:cubicBezTo>
                <a:lnTo>
                  <a:pt x="11011" y="800"/>
                </a:lnTo>
                <a:cubicBezTo>
                  <a:pt x="10957" y="732"/>
                  <a:pt x="10876" y="705"/>
                  <a:pt x="10780" y="705"/>
                </a:cubicBezTo>
                <a:cubicBezTo>
                  <a:pt x="10686" y="705"/>
                  <a:pt x="10605" y="732"/>
                  <a:pt x="10551" y="800"/>
                </a:cubicBezTo>
                <a:lnTo>
                  <a:pt x="10226" y="1125"/>
                </a:lnTo>
                <a:lnTo>
                  <a:pt x="10090" y="990"/>
                </a:lnTo>
                <a:cubicBezTo>
                  <a:pt x="10157" y="705"/>
                  <a:pt x="10144" y="367"/>
                  <a:pt x="10049" y="258"/>
                </a:cubicBezTo>
                <a:cubicBezTo>
                  <a:pt x="9873" y="96"/>
                  <a:pt x="9657" y="1"/>
                  <a:pt x="9413" y="1"/>
                </a:cubicBezTo>
                <a:cubicBezTo>
                  <a:pt x="9182" y="1"/>
                  <a:pt x="8953" y="96"/>
                  <a:pt x="8790" y="258"/>
                </a:cubicBezTo>
                <a:cubicBezTo>
                  <a:pt x="8613" y="421"/>
                  <a:pt x="8532" y="651"/>
                  <a:pt x="8532" y="881"/>
                </a:cubicBezTo>
                <a:cubicBezTo>
                  <a:pt x="8532" y="1125"/>
                  <a:pt x="8613" y="1342"/>
                  <a:pt x="8790" y="1517"/>
                </a:cubicBezTo>
                <a:cubicBezTo>
                  <a:pt x="8803" y="1531"/>
                  <a:pt x="8871" y="1599"/>
                  <a:pt x="9142" y="1599"/>
                </a:cubicBezTo>
                <a:cubicBezTo>
                  <a:pt x="9236" y="1599"/>
                  <a:pt x="9372" y="1599"/>
                  <a:pt x="9521" y="1559"/>
                </a:cubicBezTo>
                <a:lnTo>
                  <a:pt x="9657" y="1694"/>
                </a:lnTo>
                <a:lnTo>
                  <a:pt x="8438" y="2913"/>
                </a:lnTo>
                <a:lnTo>
                  <a:pt x="8275" y="2913"/>
                </a:lnTo>
                <a:cubicBezTo>
                  <a:pt x="8032" y="2913"/>
                  <a:pt x="7774" y="2872"/>
                  <a:pt x="7517" y="2804"/>
                </a:cubicBezTo>
                <a:cubicBezTo>
                  <a:pt x="6921" y="2628"/>
                  <a:pt x="6434" y="1938"/>
                  <a:pt x="6271" y="1721"/>
                </a:cubicBezTo>
                <a:cubicBezTo>
                  <a:pt x="6244" y="1680"/>
                  <a:pt x="6190" y="1653"/>
                  <a:pt x="6122" y="1653"/>
                </a:cubicBezTo>
                <a:cubicBezTo>
                  <a:pt x="6067" y="1653"/>
                  <a:pt x="6027" y="1667"/>
                  <a:pt x="6000" y="1707"/>
                </a:cubicBezTo>
                <a:cubicBezTo>
                  <a:pt x="5838" y="1938"/>
                  <a:pt x="5350" y="2615"/>
                  <a:pt x="4754" y="2804"/>
                </a:cubicBezTo>
                <a:cubicBezTo>
                  <a:pt x="4496" y="2872"/>
                  <a:pt x="4226" y="2913"/>
                  <a:pt x="3969" y="2913"/>
                </a:cubicBezTo>
                <a:lnTo>
                  <a:pt x="3792" y="2913"/>
                </a:lnTo>
                <a:lnTo>
                  <a:pt x="2573" y="1694"/>
                </a:lnTo>
                <a:lnTo>
                  <a:pt x="2709" y="1559"/>
                </a:lnTo>
                <a:cubicBezTo>
                  <a:pt x="2844" y="1586"/>
                  <a:pt x="2980" y="1599"/>
                  <a:pt x="3088" y="1599"/>
                </a:cubicBezTo>
                <a:cubicBezTo>
                  <a:pt x="3346" y="1599"/>
                  <a:pt x="3413" y="1531"/>
                  <a:pt x="3440" y="1517"/>
                </a:cubicBezTo>
                <a:cubicBezTo>
                  <a:pt x="3779" y="1165"/>
                  <a:pt x="3779" y="611"/>
                  <a:pt x="3440" y="258"/>
                </a:cubicBezTo>
                <a:cubicBezTo>
                  <a:pt x="3265" y="96"/>
                  <a:pt x="3048" y="1"/>
                  <a:pt x="28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1" name="Google Shape;461;p40"/>
          <p:cNvGrpSpPr/>
          <p:nvPr/>
        </p:nvGrpSpPr>
        <p:grpSpPr>
          <a:xfrm>
            <a:off x="815900" y="681625"/>
            <a:ext cx="7512200" cy="179100"/>
            <a:chOff x="815900" y="681625"/>
            <a:chExt cx="7512200" cy="179100"/>
          </a:xfrm>
        </p:grpSpPr>
        <p:sp>
          <p:nvSpPr>
            <p:cNvPr id="462" name="Google Shape;462;p40"/>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SEARCH ENHANCEMENTS</a:t>
            </a:r>
            <a:endParaRPr/>
          </a:p>
        </p:txBody>
      </p:sp>
      <p:sp>
        <p:nvSpPr>
          <p:cNvPr id="469" name="Google Shape;469;p41"/>
          <p:cNvSpPr txBox="1"/>
          <p:nvPr>
            <p:ph idx="1" type="subTitle"/>
          </p:nvPr>
        </p:nvSpPr>
        <p:spPr>
          <a:xfrm>
            <a:off x="720025" y="39955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2 killer moves per ply for improved move ordering.</a:t>
            </a:r>
            <a:endParaRPr/>
          </a:p>
        </p:txBody>
      </p:sp>
      <p:sp>
        <p:nvSpPr>
          <p:cNvPr id="470" name="Google Shape;470;p41"/>
          <p:cNvSpPr txBox="1"/>
          <p:nvPr>
            <p:ph idx="2" type="subTitle"/>
          </p:nvPr>
        </p:nvSpPr>
        <p:spPr>
          <a:xfrm>
            <a:off x="719988" y="3615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KILLERS</a:t>
            </a:r>
            <a:endParaRPr/>
          </a:p>
        </p:txBody>
      </p:sp>
      <p:sp>
        <p:nvSpPr>
          <p:cNvPr id="471" name="Google Shape;471;p41"/>
          <p:cNvSpPr txBox="1"/>
          <p:nvPr>
            <p:ph idx="3" type="subTitle"/>
          </p:nvPr>
        </p:nvSpPr>
        <p:spPr>
          <a:xfrm>
            <a:off x="6054021" y="39955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1M-entry hash table with depth-preferred replacement.</a:t>
            </a:r>
            <a:endParaRPr/>
          </a:p>
        </p:txBody>
      </p:sp>
      <p:sp>
        <p:nvSpPr>
          <p:cNvPr id="472" name="Google Shape;472;p41"/>
          <p:cNvSpPr txBox="1"/>
          <p:nvPr>
            <p:ph idx="4" type="subTitle"/>
          </p:nvPr>
        </p:nvSpPr>
        <p:spPr>
          <a:xfrm>
            <a:off x="6053975" y="3615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TT</a:t>
            </a:r>
            <a:endParaRPr/>
          </a:p>
        </p:txBody>
      </p:sp>
      <p:sp>
        <p:nvSpPr>
          <p:cNvPr id="473" name="Google Shape;473;p41"/>
          <p:cNvSpPr txBox="1"/>
          <p:nvPr>
            <p:ph idx="5" type="subTitle"/>
          </p:nvPr>
        </p:nvSpPr>
        <p:spPr>
          <a:xfrm>
            <a:off x="720025" y="21678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Skip move, search at depth-3. Prune if score ≥ β.</a:t>
            </a:r>
            <a:endParaRPr/>
          </a:p>
        </p:txBody>
      </p:sp>
      <p:sp>
        <p:nvSpPr>
          <p:cNvPr id="474" name="Google Shape;474;p41"/>
          <p:cNvSpPr txBox="1"/>
          <p:nvPr>
            <p:ph idx="6" type="subTitle"/>
          </p:nvPr>
        </p:nvSpPr>
        <p:spPr>
          <a:xfrm>
            <a:off x="719988" y="17876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NULL-MOVE</a:t>
            </a:r>
            <a:endParaRPr/>
          </a:p>
        </p:txBody>
      </p:sp>
      <p:sp>
        <p:nvSpPr>
          <p:cNvPr id="475" name="Google Shape;475;p41"/>
          <p:cNvSpPr txBox="1"/>
          <p:nvPr>
            <p:ph idx="7" type="subTitle"/>
          </p:nvPr>
        </p:nvSpPr>
        <p:spPr>
          <a:xfrm>
            <a:off x="3387017" y="3083763"/>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Reduce depth for late quiet moves to speed search.</a:t>
            </a:r>
            <a:endParaRPr/>
          </a:p>
        </p:txBody>
      </p:sp>
      <p:sp>
        <p:nvSpPr>
          <p:cNvPr id="476" name="Google Shape;476;p41"/>
          <p:cNvSpPr txBox="1"/>
          <p:nvPr>
            <p:ph idx="8" type="subTitle"/>
          </p:nvPr>
        </p:nvSpPr>
        <p:spPr>
          <a:xfrm>
            <a:off x="3386975" y="2703538"/>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LMR</a:t>
            </a:r>
            <a:endParaRPr/>
          </a:p>
        </p:txBody>
      </p:sp>
      <p:sp>
        <p:nvSpPr>
          <p:cNvPr id="477" name="Google Shape;477;p41"/>
          <p:cNvSpPr txBox="1"/>
          <p:nvPr>
            <p:ph idx="9" type="subTitle"/>
          </p:nvPr>
        </p:nvSpPr>
        <p:spPr>
          <a:xfrm>
            <a:off x="6054021" y="21678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Zero-window search for non-PV moves; re-search on fail-high.</a:t>
            </a:r>
            <a:endParaRPr/>
          </a:p>
        </p:txBody>
      </p:sp>
      <p:sp>
        <p:nvSpPr>
          <p:cNvPr id="478" name="Google Shape;478;p41"/>
          <p:cNvSpPr txBox="1"/>
          <p:nvPr>
            <p:ph idx="13" type="subTitle"/>
          </p:nvPr>
        </p:nvSpPr>
        <p:spPr>
          <a:xfrm>
            <a:off x="6053975" y="17876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PVS</a:t>
            </a:r>
            <a:endParaRPr/>
          </a:p>
        </p:txBody>
      </p:sp>
      <p:sp>
        <p:nvSpPr>
          <p:cNvPr id="479" name="Google Shape;479;p41"/>
          <p:cNvSpPr/>
          <p:nvPr/>
        </p:nvSpPr>
        <p:spPr>
          <a:xfrm>
            <a:off x="1637700" y="1182275"/>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1"/>
          <p:cNvSpPr/>
          <p:nvPr/>
        </p:nvSpPr>
        <p:spPr>
          <a:xfrm>
            <a:off x="4304725" y="2062550"/>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1"/>
          <p:cNvSpPr/>
          <p:nvPr/>
        </p:nvSpPr>
        <p:spPr>
          <a:xfrm>
            <a:off x="6971750" y="1182275"/>
            <a:ext cx="534600" cy="53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1"/>
          <p:cNvSpPr/>
          <p:nvPr/>
        </p:nvSpPr>
        <p:spPr>
          <a:xfrm>
            <a:off x="1637700" y="3018973"/>
            <a:ext cx="534600" cy="53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1"/>
          <p:cNvSpPr/>
          <p:nvPr/>
        </p:nvSpPr>
        <p:spPr>
          <a:xfrm>
            <a:off x="6971750" y="3018973"/>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1"/>
          <p:cNvSpPr/>
          <p:nvPr/>
        </p:nvSpPr>
        <p:spPr>
          <a:xfrm>
            <a:off x="1723200" y="1306813"/>
            <a:ext cx="363647" cy="285524"/>
          </a:xfrm>
          <a:custGeom>
            <a:rect b="b" l="l" r="r" t="t"/>
            <a:pathLst>
              <a:path extrusionOk="0" h="9305" w="11850">
                <a:moveTo>
                  <a:pt x="8247" y="5174"/>
                </a:moveTo>
                <a:cubicBezTo>
                  <a:pt x="8545" y="5174"/>
                  <a:pt x="8789" y="5404"/>
                  <a:pt x="8789" y="5702"/>
                </a:cubicBezTo>
                <a:cubicBezTo>
                  <a:pt x="8789" y="6000"/>
                  <a:pt x="8545" y="6230"/>
                  <a:pt x="8247" y="6230"/>
                </a:cubicBezTo>
                <a:cubicBezTo>
                  <a:pt x="7964" y="6230"/>
                  <a:pt x="7720" y="6000"/>
                  <a:pt x="7720" y="5702"/>
                </a:cubicBezTo>
                <a:cubicBezTo>
                  <a:pt x="7720" y="5404"/>
                  <a:pt x="7964" y="5174"/>
                  <a:pt x="8247" y="5174"/>
                </a:cubicBezTo>
                <a:close/>
                <a:moveTo>
                  <a:pt x="9845" y="5174"/>
                </a:moveTo>
                <a:cubicBezTo>
                  <a:pt x="10130" y="5174"/>
                  <a:pt x="10374" y="5404"/>
                  <a:pt x="10374" y="5702"/>
                </a:cubicBezTo>
                <a:cubicBezTo>
                  <a:pt x="10374" y="6000"/>
                  <a:pt x="10130" y="6230"/>
                  <a:pt x="9845" y="6230"/>
                </a:cubicBezTo>
                <a:cubicBezTo>
                  <a:pt x="9547" y="6230"/>
                  <a:pt x="9304" y="6000"/>
                  <a:pt x="9304" y="5702"/>
                </a:cubicBezTo>
                <a:cubicBezTo>
                  <a:pt x="9304" y="5404"/>
                  <a:pt x="9547" y="5174"/>
                  <a:pt x="9845" y="5174"/>
                </a:cubicBezTo>
                <a:close/>
                <a:moveTo>
                  <a:pt x="2655" y="5228"/>
                </a:moveTo>
                <a:cubicBezTo>
                  <a:pt x="2899" y="5228"/>
                  <a:pt x="3088" y="5418"/>
                  <a:pt x="3088" y="5662"/>
                </a:cubicBezTo>
                <a:lnTo>
                  <a:pt x="3088" y="6068"/>
                </a:lnTo>
                <a:lnTo>
                  <a:pt x="3507" y="6068"/>
                </a:lnTo>
                <a:cubicBezTo>
                  <a:pt x="3738" y="6068"/>
                  <a:pt x="3941" y="6258"/>
                  <a:pt x="3941" y="6501"/>
                </a:cubicBezTo>
                <a:cubicBezTo>
                  <a:pt x="3941" y="6745"/>
                  <a:pt x="3738" y="6935"/>
                  <a:pt x="3507" y="6935"/>
                </a:cubicBezTo>
                <a:lnTo>
                  <a:pt x="3088" y="6935"/>
                </a:lnTo>
                <a:lnTo>
                  <a:pt x="3088" y="7341"/>
                </a:lnTo>
                <a:cubicBezTo>
                  <a:pt x="3088" y="7585"/>
                  <a:pt x="2899" y="7774"/>
                  <a:pt x="2655" y="7774"/>
                </a:cubicBezTo>
                <a:cubicBezTo>
                  <a:pt x="2424" y="7774"/>
                  <a:pt x="2234" y="7585"/>
                  <a:pt x="2234" y="7341"/>
                </a:cubicBezTo>
                <a:lnTo>
                  <a:pt x="2234" y="6935"/>
                </a:lnTo>
                <a:lnTo>
                  <a:pt x="1815" y="6935"/>
                </a:lnTo>
                <a:cubicBezTo>
                  <a:pt x="1571" y="6935"/>
                  <a:pt x="1382" y="6745"/>
                  <a:pt x="1382" y="6501"/>
                </a:cubicBezTo>
                <a:cubicBezTo>
                  <a:pt x="1382" y="6258"/>
                  <a:pt x="1571" y="6068"/>
                  <a:pt x="1815" y="6068"/>
                </a:cubicBezTo>
                <a:lnTo>
                  <a:pt x="2234" y="6068"/>
                </a:lnTo>
                <a:lnTo>
                  <a:pt x="2234" y="5662"/>
                </a:lnTo>
                <a:cubicBezTo>
                  <a:pt x="2234" y="5418"/>
                  <a:pt x="2424" y="5228"/>
                  <a:pt x="2655" y="5228"/>
                </a:cubicBezTo>
                <a:close/>
                <a:moveTo>
                  <a:pt x="8247" y="6772"/>
                </a:moveTo>
                <a:cubicBezTo>
                  <a:pt x="8545" y="6772"/>
                  <a:pt x="8789" y="7002"/>
                  <a:pt x="8789" y="7300"/>
                </a:cubicBezTo>
                <a:cubicBezTo>
                  <a:pt x="8789" y="7598"/>
                  <a:pt x="8545" y="7828"/>
                  <a:pt x="8247" y="7828"/>
                </a:cubicBezTo>
                <a:cubicBezTo>
                  <a:pt x="7964" y="7828"/>
                  <a:pt x="7720" y="7598"/>
                  <a:pt x="7720" y="7300"/>
                </a:cubicBezTo>
                <a:cubicBezTo>
                  <a:pt x="7720" y="7002"/>
                  <a:pt x="7964" y="6772"/>
                  <a:pt x="8247" y="6772"/>
                </a:cubicBezTo>
                <a:close/>
                <a:moveTo>
                  <a:pt x="9845" y="6772"/>
                </a:moveTo>
                <a:cubicBezTo>
                  <a:pt x="10130" y="6772"/>
                  <a:pt x="10374" y="7002"/>
                  <a:pt x="10374" y="7300"/>
                </a:cubicBezTo>
                <a:cubicBezTo>
                  <a:pt x="10374" y="7598"/>
                  <a:pt x="10130" y="7828"/>
                  <a:pt x="9845" y="7828"/>
                </a:cubicBezTo>
                <a:cubicBezTo>
                  <a:pt x="9547" y="7828"/>
                  <a:pt x="9304" y="7598"/>
                  <a:pt x="9304" y="7300"/>
                </a:cubicBezTo>
                <a:cubicBezTo>
                  <a:pt x="9304" y="7002"/>
                  <a:pt x="9547" y="6772"/>
                  <a:pt x="9845" y="6772"/>
                </a:cubicBezTo>
                <a:close/>
                <a:moveTo>
                  <a:pt x="7420" y="0"/>
                </a:moveTo>
                <a:cubicBezTo>
                  <a:pt x="7412" y="0"/>
                  <a:pt x="7403" y="0"/>
                  <a:pt x="7395" y="1"/>
                </a:cubicBezTo>
                <a:cubicBezTo>
                  <a:pt x="7137" y="1"/>
                  <a:pt x="6947" y="217"/>
                  <a:pt x="6961" y="461"/>
                </a:cubicBezTo>
                <a:lnTo>
                  <a:pt x="6974" y="962"/>
                </a:lnTo>
                <a:lnTo>
                  <a:pt x="6311" y="962"/>
                </a:lnTo>
                <a:cubicBezTo>
                  <a:pt x="5851" y="962"/>
                  <a:pt x="5472" y="1341"/>
                  <a:pt x="5472" y="1801"/>
                </a:cubicBezTo>
                <a:lnTo>
                  <a:pt x="5472" y="3697"/>
                </a:lnTo>
                <a:lnTo>
                  <a:pt x="2668" y="3697"/>
                </a:lnTo>
                <a:cubicBezTo>
                  <a:pt x="1192" y="3766"/>
                  <a:pt x="0" y="4998"/>
                  <a:pt x="0" y="6501"/>
                </a:cubicBezTo>
                <a:cubicBezTo>
                  <a:pt x="0" y="8045"/>
                  <a:pt x="1259" y="9304"/>
                  <a:pt x="2803" y="9304"/>
                </a:cubicBezTo>
                <a:cubicBezTo>
                  <a:pt x="3995" y="9304"/>
                  <a:pt x="5011" y="8560"/>
                  <a:pt x="5417" y="7503"/>
                </a:cubicBezTo>
                <a:lnTo>
                  <a:pt x="6433" y="7503"/>
                </a:lnTo>
                <a:cubicBezTo>
                  <a:pt x="6826" y="8560"/>
                  <a:pt x="7855" y="9304"/>
                  <a:pt x="9047" y="9304"/>
                </a:cubicBezTo>
                <a:cubicBezTo>
                  <a:pt x="10591" y="9304"/>
                  <a:pt x="11850" y="8045"/>
                  <a:pt x="11850" y="6501"/>
                </a:cubicBezTo>
                <a:cubicBezTo>
                  <a:pt x="11850" y="4998"/>
                  <a:pt x="10658" y="3766"/>
                  <a:pt x="9182" y="3697"/>
                </a:cubicBezTo>
                <a:lnTo>
                  <a:pt x="6378" y="3697"/>
                </a:lnTo>
                <a:lnTo>
                  <a:pt x="6378" y="1856"/>
                </a:lnTo>
                <a:lnTo>
                  <a:pt x="7056" y="1856"/>
                </a:lnTo>
                <a:cubicBezTo>
                  <a:pt x="7286" y="1856"/>
                  <a:pt x="7489" y="1774"/>
                  <a:pt x="7651" y="1612"/>
                </a:cubicBezTo>
                <a:cubicBezTo>
                  <a:pt x="7801" y="1449"/>
                  <a:pt x="7882" y="1233"/>
                  <a:pt x="7868" y="1016"/>
                </a:cubicBezTo>
                <a:lnTo>
                  <a:pt x="7855" y="420"/>
                </a:lnTo>
                <a:cubicBezTo>
                  <a:pt x="7842" y="185"/>
                  <a:pt x="7652" y="0"/>
                  <a:pt x="74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85" name="Google Shape;485;p41"/>
          <p:cNvSpPr/>
          <p:nvPr/>
        </p:nvSpPr>
        <p:spPr>
          <a:xfrm>
            <a:off x="4454349" y="2173582"/>
            <a:ext cx="235281" cy="312527"/>
          </a:xfrm>
          <a:custGeom>
            <a:rect b="b" l="l" r="r" t="t"/>
            <a:pathLst>
              <a:path extrusionOk="0" h="10185" w="7667">
                <a:moveTo>
                  <a:pt x="6312" y="1070"/>
                </a:moveTo>
                <a:cubicBezTo>
                  <a:pt x="6447" y="1070"/>
                  <a:pt x="6556" y="1178"/>
                  <a:pt x="6556" y="1314"/>
                </a:cubicBezTo>
                <a:lnTo>
                  <a:pt x="6556" y="4022"/>
                </a:lnTo>
                <a:cubicBezTo>
                  <a:pt x="6556" y="4158"/>
                  <a:pt x="6447" y="4266"/>
                  <a:pt x="6312" y="4266"/>
                </a:cubicBezTo>
                <a:lnTo>
                  <a:pt x="1368" y="4266"/>
                </a:lnTo>
                <a:cubicBezTo>
                  <a:pt x="1233" y="4266"/>
                  <a:pt x="1124" y="4158"/>
                  <a:pt x="1124" y="4022"/>
                </a:cubicBezTo>
                <a:lnTo>
                  <a:pt x="1124" y="1314"/>
                </a:lnTo>
                <a:cubicBezTo>
                  <a:pt x="1124" y="1178"/>
                  <a:pt x="1233" y="1070"/>
                  <a:pt x="1368" y="1070"/>
                </a:cubicBezTo>
                <a:close/>
                <a:moveTo>
                  <a:pt x="6447" y="5147"/>
                </a:moveTo>
                <a:cubicBezTo>
                  <a:pt x="6514" y="5147"/>
                  <a:pt x="6556" y="5201"/>
                  <a:pt x="6556" y="5255"/>
                </a:cubicBezTo>
                <a:lnTo>
                  <a:pt x="6556" y="5634"/>
                </a:lnTo>
                <a:cubicBezTo>
                  <a:pt x="6556" y="5701"/>
                  <a:pt x="6514" y="5743"/>
                  <a:pt x="6447" y="5743"/>
                </a:cubicBezTo>
                <a:lnTo>
                  <a:pt x="1233" y="5743"/>
                </a:lnTo>
                <a:cubicBezTo>
                  <a:pt x="1166" y="5743"/>
                  <a:pt x="1124" y="5701"/>
                  <a:pt x="1124" y="5634"/>
                </a:cubicBezTo>
                <a:lnTo>
                  <a:pt x="1124" y="5255"/>
                </a:lnTo>
                <a:cubicBezTo>
                  <a:pt x="1124" y="5201"/>
                  <a:pt x="1166" y="5147"/>
                  <a:pt x="1233" y="5147"/>
                </a:cubicBezTo>
                <a:close/>
                <a:moveTo>
                  <a:pt x="5729" y="6636"/>
                </a:moveTo>
                <a:cubicBezTo>
                  <a:pt x="6041" y="6636"/>
                  <a:pt x="6285" y="6880"/>
                  <a:pt x="6285" y="7191"/>
                </a:cubicBezTo>
                <a:cubicBezTo>
                  <a:pt x="6285" y="7489"/>
                  <a:pt x="6041" y="7747"/>
                  <a:pt x="5729" y="7747"/>
                </a:cubicBezTo>
                <a:cubicBezTo>
                  <a:pt x="5418" y="7747"/>
                  <a:pt x="5174" y="7489"/>
                  <a:pt x="5174" y="7191"/>
                </a:cubicBezTo>
                <a:cubicBezTo>
                  <a:pt x="5174" y="6880"/>
                  <a:pt x="5418" y="6636"/>
                  <a:pt x="5729" y="6636"/>
                </a:cubicBezTo>
                <a:close/>
                <a:moveTo>
                  <a:pt x="2926" y="6772"/>
                </a:moveTo>
                <a:cubicBezTo>
                  <a:pt x="2980" y="6772"/>
                  <a:pt x="3020" y="6812"/>
                  <a:pt x="3020" y="6866"/>
                </a:cubicBezTo>
                <a:lnTo>
                  <a:pt x="3020" y="8329"/>
                </a:lnTo>
                <a:cubicBezTo>
                  <a:pt x="3020" y="8383"/>
                  <a:pt x="2980" y="8424"/>
                  <a:pt x="2926" y="8424"/>
                </a:cubicBezTo>
                <a:lnTo>
                  <a:pt x="1449" y="8424"/>
                </a:lnTo>
                <a:cubicBezTo>
                  <a:pt x="1395" y="8424"/>
                  <a:pt x="1355" y="8383"/>
                  <a:pt x="1355" y="8329"/>
                </a:cubicBezTo>
                <a:lnTo>
                  <a:pt x="1355" y="6866"/>
                </a:lnTo>
                <a:cubicBezTo>
                  <a:pt x="1355" y="6812"/>
                  <a:pt x="1395" y="6772"/>
                  <a:pt x="1449" y="6772"/>
                </a:cubicBezTo>
                <a:close/>
                <a:moveTo>
                  <a:pt x="4700" y="7747"/>
                </a:moveTo>
                <a:cubicBezTo>
                  <a:pt x="5012" y="7747"/>
                  <a:pt x="5269" y="7991"/>
                  <a:pt x="5269" y="8302"/>
                </a:cubicBezTo>
                <a:cubicBezTo>
                  <a:pt x="5269" y="8600"/>
                  <a:pt x="5012" y="8857"/>
                  <a:pt x="4700" y="8857"/>
                </a:cubicBezTo>
                <a:cubicBezTo>
                  <a:pt x="4402" y="8857"/>
                  <a:pt x="4145" y="8600"/>
                  <a:pt x="4145" y="8302"/>
                </a:cubicBezTo>
                <a:cubicBezTo>
                  <a:pt x="4145" y="7991"/>
                  <a:pt x="4402" y="7747"/>
                  <a:pt x="4700" y="7747"/>
                </a:cubicBezTo>
                <a:close/>
                <a:moveTo>
                  <a:pt x="393" y="1"/>
                </a:moveTo>
                <a:cubicBezTo>
                  <a:pt x="176" y="1"/>
                  <a:pt x="1" y="163"/>
                  <a:pt x="1" y="380"/>
                </a:cubicBezTo>
                <a:lnTo>
                  <a:pt x="1" y="9805"/>
                </a:lnTo>
                <a:cubicBezTo>
                  <a:pt x="1" y="10008"/>
                  <a:pt x="176" y="10185"/>
                  <a:pt x="393" y="10185"/>
                </a:cubicBezTo>
                <a:lnTo>
                  <a:pt x="5120" y="10185"/>
                </a:lnTo>
                <a:cubicBezTo>
                  <a:pt x="5296" y="10185"/>
                  <a:pt x="5512" y="10089"/>
                  <a:pt x="5648" y="9968"/>
                </a:cubicBezTo>
                <a:lnTo>
                  <a:pt x="7449" y="8139"/>
                </a:lnTo>
                <a:cubicBezTo>
                  <a:pt x="7585" y="8004"/>
                  <a:pt x="7666" y="7787"/>
                  <a:pt x="7666" y="7612"/>
                </a:cubicBezTo>
                <a:lnTo>
                  <a:pt x="7666" y="380"/>
                </a:lnTo>
                <a:cubicBezTo>
                  <a:pt x="7666" y="163"/>
                  <a:pt x="7504" y="1"/>
                  <a:pt x="7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nvGrpSpPr>
          <p:cNvPr id="486" name="Google Shape;486;p41"/>
          <p:cNvGrpSpPr/>
          <p:nvPr/>
        </p:nvGrpSpPr>
        <p:grpSpPr>
          <a:xfrm>
            <a:off x="1735615" y="3116705"/>
            <a:ext cx="338751" cy="339144"/>
            <a:chOff x="4143859" y="2639562"/>
            <a:chExt cx="352645" cy="353091"/>
          </a:xfrm>
        </p:grpSpPr>
        <p:sp>
          <p:nvSpPr>
            <p:cNvPr id="487" name="Google Shape;487;p41"/>
            <p:cNvSpPr/>
            <p:nvPr/>
          </p:nvSpPr>
          <p:spPr>
            <a:xfrm>
              <a:off x="4264562" y="2639562"/>
              <a:ext cx="111241" cy="155776"/>
            </a:xfrm>
            <a:custGeom>
              <a:rect b="b" l="l" r="r" t="t"/>
              <a:pathLst>
                <a:path extrusionOk="0" h="4876" w="3482">
                  <a:moveTo>
                    <a:pt x="1734" y="542"/>
                  </a:moveTo>
                  <a:cubicBezTo>
                    <a:pt x="2249" y="542"/>
                    <a:pt x="2669" y="962"/>
                    <a:pt x="2669" y="1477"/>
                  </a:cubicBezTo>
                  <a:cubicBezTo>
                    <a:pt x="2669" y="1992"/>
                    <a:pt x="2249" y="2398"/>
                    <a:pt x="1734" y="2398"/>
                  </a:cubicBezTo>
                  <a:cubicBezTo>
                    <a:pt x="1219" y="2398"/>
                    <a:pt x="813" y="1992"/>
                    <a:pt x="813" y="1477"/>
                  </a:cubicBezTo>
                  <a:cubicBezTo>
                    <a:pt x="813" y="962"/>
                    <a:pt x="1219" y="542"/>
                    <a:pt x="1734" y="542"/>
                  </a:cubicBezTo>
                  <a:close/>
                  <a:moveTo>
                    <a:pt x="326" y="0"/>
                  </a:moveTo>
                  <a:cubicBezTo>
                    <a:pt x="150" y="0"/>
                    <a:pt x="1" y="150"/>
                    <a:pt x="1" y="325"/>
                  </a:cubicBezTo>
                  <a:lnTo>
                    <a:pt x="1" y="2926"/>
                  </a:lnTo>
                  <a:cubicBezTo>
                    <a:pt x="1" y="3075"/>
                    <a:pt x="69" y="3265"/>
                    <a:pt x="177" y="3373"/>
                  </a:cubicBezTo>
                  <a:lnTo>
                    <a:pt x="1504" y="4781"/>
                  </a:lnTo>
                  <a:cubicBezTo>
                    <a:pt x="1571" y="4836"/>
                    <a:pt x="1653" y="4876"/>
                    <a:pt x="1734" y="4876"/>
                  </a:cubicBezTo>
                  <a:cubicBezTo>
                    <a:pt x="1829" y="4876"/>
                    <a:pt x="1911" y="4836"/>
                    <a:pt x="1978" y="4781"/>
                  </a:cubicBezTo>
                  <a:lnTo>
                    <a:pt x="3305" y="3373"/>
                  </a:lnTo>
                  <a:cubicBezTo>
                    <a:pt x="3413" y="3265"/>
                    <a:pt x="3482" y="3075"/>
                    <a:pt x="3482" y="2926"/>
                  </a:cubicBezTo>
                  <a:lnTo>
                    <a:pt x="3482" y="325"/>
                  </a:lnTo>
                  <a:cubicBezTo>
                    <a:pt x="3482" y="150"/>
                    <a:pt x="3332" y="0"/>
                    <a:pt x="31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88" name="Google Shape;488;p41"/>
            <p:cNvSpPr/>
            <p:nvPr/>
          </p:nvSpPr>
          <p:spPr>
            <a:xfrm>
              <a:off x="4264562" y="2836430"/>
              <a:ext cx="111241" cy="156223"/>
            </a:xfrm>
            <a:custGeom>
              <a:rect b="b" l="l" r="r" t="t"/>
              <a:pathLst>
                <a:path extrusionOk="0" h="4890" w="3482">
                  <a:moveTo>
                    <a:pt x="1734" y="2479"/>
                  </a:moveTo>
                  <a:cubicBezTo>
                    <a:pt x="2249" y="2479"/>
                    <a:pt x="2669" y="2899"/>
                    <a:pt x="2669" y="3414"/>
                  </a:cubicBezTo>
                  <a:cubicBezTo>
                    <a:pt x="2669" y="3928"/>
                    <a:pt x="2249" y="4347"/>
                    <a:pt x="1734" y="4347"/>
                  </a:cubicBezTo>
                  <a:cubicBezTo>
                    <a:pt x="1219" y="4347"/>
                    <a:pt x="813" y="3928"/>
                    <a:pt x="813" y="3414"/>
                  </a:cubicBezTo>
                  <a:cubicBezTo>
                    <a:pt x="813" y="2899"/>
                    <a:pt x="1219" y="2479"/>
                    <a:pt x="1734" y="2479"/>
                  </a:cubicBezTo>
                  <a:close/>
                  <a:moveTo>
                    <a:pt x="1734" y="1"/>
                  </a:moveTo>
                  <a:cubicBezTo>
                    <a:pt x="1653" y="1"/>
                    <a:pt x="1571" y="41"/>
                    <a:pt x="1504" y="109"/>
                  </a:cubicBezTo>
                  <a:lnTo>
                    <a:pt x="177" y="1518"/>
                  </a:lnTo>
                  <a:cubicBezTo>
                    <a:pt x="69" y="1626"/>
                    <a:pt x="1" y="1816"/>
                    <a:pt x="1" y="1951"/>
                  </a:cubicBezTo>
                  <a:lnTo>
                    <a:pt x="1" y="4551"/>
                  </a:lnTo>
                  <a:cubicBezTo>
                    <a:pt x="1" y="4741"/>
                    <a:pt x="150" y="4889"/>
                    <a:pt x="326" y="4889"/>
                  </a:cubicBezTo>
                  <a:lnTo>
                    <a:pt x="3157" y="4889"/>
                  </a:lnTo>
                  <a:cubicBezTo>
                    <a:pt x="3332" y="4889"/>
                    <a:pt x="3482" y="4741"/>
                    <a:pt x="3482" y="4551"/>
                  </a:cubicBezTo>
                  <a:lnTo>
                    <a:pt x="3482" y="1951"/>
                  </a:lnTo>
                  <a:cubicBezTo>
                    <a:pt x="3482" y="1816"/>
                    <a:pt x="3413" y="1626"/>
                    <a:pt x="3305" y="1518"/>
                  </a:cubicBezTo>
                  <a:lnTo>
                    <a:pt x="1978" y="109"/>
                  </a:lnTo>
                  <a:cubicBezTo>
                    <a:pt x="1911" y="41"/>
                    <a:pt x="1829"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89" name="Google Shape;489;p41"/>
            <p:cNvSpPr/>
            <p:nvPr/>
          </p:nvSpPr>
          <p:spPr>
            <a:xfrm>
              <a:off x="4340728" y="2760296"/>
              <a:ext cx="155776" cy="111657"/>
            </a:xfrm>
            <a:custGeom>
              <a:rect b="b" l="l" r="r" t="t"/>
              <a:pathLst>
                <a:path extrusionOk="0" h="3495" w="4876">
                  <a:moveTo>
                    <a:pt x="3413" y="813"/>
                  </a:moveTo>
                  <a:cubicBezTo>
                    <a:pt x="3927" y="813"/>
                    <a:pt x="4334" y="1232"/>
                    <a:pt x="4334" y="1747"/>
                  </a:cubicBezTo>
                  <a:cubicBezTo>
                    <a:pt x="4334" y="2261"/>
                    <a:pt x="3927" y="2682"/>
                    <a:pt x="3413" y="2682"/>
                  </a:cubicBezTo>
                  <a:cubicBezTo>
                    <a:pt x="2898" y="2682"/>
                    <a:pt x="2479" y="2261"/>
                    <a:pt x="2479" y="1747"/>
                  </a:cubicBezTo>
                  <a:cubicBezTo>
                    <a:pt x="2479" y="1232"/>
                    <a:pt x="2898" y="813"/>
                    <a:pt x="3413" y="813"/>
                  </a:cubicBezTo>
                  <a:close/>
                  <a:moveTo>
                    <a:pt x="1950" y="0"/>
                  </a:moveTo>
                  <a:cubicBezTo>
                    <a:pt x="1802" y="0"/>
                    <a:pt x="1612" y="67"/>
                    <a:pt x="1504" y="176"/>
                  </a:cubicBezTo>
                  <a:lnTo>
                    <a:pt x="108" y="1503"/>
                  </a:lnTo>
                  <a:cubicBezTo>
                    <a:pt x="41" y="1571"/>
                    <a:pt x="0" y="1652"/>
                    <a:pt x="0" y="1747"/>
                  </a:cubicBezTo>
                  <a:cubicBezTo>
                    <a:pt x="0" y="1828"/>
                    <a:pt x="41" y="1909"/>
                    <a:pt x="108" y="1977"/>
                  </a:cubicBezTo>
                  <a:lnTo>
                    <a:pt x="1504" y="3318"/>
                  </a:lnTo>
                  <a:cubicBezTo>
                    <a:pt x="1612" y="3413"/>
                    <a:pt x="1802" y="3494"/>
                    <a:pt x="1950" y="3494"/>
                  </a:cubicBezTo>
                  <a:lnTo>
                    <a:pt x="4550" y="3494"/>
                  </a:lnTo>
                  <a:cubicBezTo>
                    <a:pt x="4727" y="3494"/>
                    <a:pt x="4875" y="3345"/>
                    <a:pt x="4875" y="3155"/>
                  </a:cubicBezTo>
                  <a:lnTo>
                    <a:pt x="4875" y="325"/>
                  </a:lnTo>
                  <a:cubicBezTo>
                    <a:pt x="4875" y="149"/>
                    <a:pt x="4727" y="0"/>
                    <a:pt x="45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90" name="Google Shape;490;p41"/>
            <p:cNvSpPr/>
            <p:nvPr/>
          </p:nvSpPr>
          <p:spPr>
            <a:xfrm>
              <a:off x="4143859" y="2760296"/>
              <a:ext cx="155808" cy="111657"/>
            </a:xfrm>
            <a:custGeom>
              <a:rect b="b" l="l" r="r" t="t"/>
              <a:pathLst>
                <a:path extrusionOk="0" h="3495" w="4877">
                  <a:moveTo>
                    <a:pt x="1463" y="813"/>
                  </a:moveTo>
                  <a:cubicBezTo>
                    <a:pt x="1978" y="813"/>
                    <a:pt x="2397" y="1232"/>
                    <a:pt x="2397" y="1747"/>
                  </a:cubicBezTo>
                  <a:cubicBezTo>
                    <a:pt x="2397" y="2261"/>
                    <a:pt x="1978" y="2682"/>
                    <a:pt x="1463" y="2682"/>
                  </a:cubicBezTo>
                  <a:cubicBezTo>
                    <a:pt x="949" y="2682"/>
                    <a:pt x="542" y="2261"/>
                    <a:pt x="542" y="1747"/>
                  </a:cubicBezTo>
                  <a:cubicBezTo>
                    <a:pt x="542" y="1232"/>
                    <a:pt x="949" y="813"/>
                    <a:pt x="1463" y="813"/>
                  </a:cubicBezTo>
                  <a:close/>
                  <a:moveTo>
                    <a:pt x="326" y="0"/>
                  </a:moveTo>
                  <a:cubicBezTo>
                    <a:pt x="149" y="0"/>
                    <a:pt x="1" y="149"/>
                    <a:pt x="1" y="325"/>
                  </a:cubicBezTo>
                  <a:lnTo>
                    <a:pt x="1" y="3155"/>
                  </a:lnTo>
                  <a:cubicBezTo>
                    <a:pt x="1" y="3345"/>
                    <a:pt x="149" y="3494"/>
                    <a:pt x="326" y="3494"/>
                  </a:cubicBezTo>
                  <a:lnTo>
                    <a:pt x="2926" y="3494"/>
                  </a:lnTo>
                  <a:cubicBezTo>
                    <a:pt x="3074" y="3494"/>
                    <a:pt x="3264" y="3413"/>
                    <a:pt x="3359" y="3318"/>
                  </a:cubicBezTo>
                  <a:lnTo>
                    <a:pt x="4768" y="1977"/>
                  </a:lnTo>
                  <a:cubicBezTo>
                    <a:pt x="4835" y="1909"/>
                    <a:pt x="4876" y="1828"/>
                    <a:pt x="4876" y="1747"/>
                  </a:cubicBezTo>
                  <a:cubicBezTo>
                    <a:pt x="4876" y="1652"/>
                    <a:pt x="4835" y="1571"/>
                    <a:pt x="4768" y="1503"/>
                  </a:cubicBezTo>
                  <a:lnTo>
                    <a:pt x="3359" y="176"/>
                  </a:lnTo>
                  <a:cubicBezTo>
                    <a:pt x="3264" y="67"/>
                    <a:pt x="3074" y="0"/>
                    <a:pt x="29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sp>
        <p:nvSpPr>
          <p:cNvPr id="491" name="Google Shape;491;p41"/>
          <p:cNvSpPr/>
          <p:nvPr/>
        </p:nvSpPr>
        <p:spPr>
          <a:xfrm>
            <a:off x="7060464" y="3129385"/>
            <a:ext cx="357018" cy="313785"/>
          </a:xfrm>
          <a:custGeom>
            <a:rect b="b" l="l" r="r" t="t"/>
            <a:pathLst>
              <a:path extrusionOk="0" h="10226" w="11634">
                <a:moveTo>
                  <a:pt x="2560" y="4416"/>
                </a:moveTo>
                <a:cubicBezTo>
                  <a:pt x="3129" y="4416"/>
                  <a:pt x="3589" y="4876"/>
                  <a:pt x="3589" y="5458"/>
                </a:cubicBezTo>
                <a:cubicBezTo>
                  <a:pt x="3589" y="6027"/>
                  <a:pt x="3129" y="6487"/>
                  <a:pt x="2560" y="6487"/>
                </a:cubicBezTo>
                <a:cubicBezTo>
                  <a:pt x="1978" y="6487"/>
                  <a:pt x="1518" y="6027"/>
                  <a:pt x="1518" y="5458"/>
                </a:cubicBezTo>
                <a:cubicBezTo>
                  <a:pt x="1518" y="4876"/>
                  <a:pt x="1978" y="4416"/>
                  <a:pt x="2560" y="4416"/>
                </a:cubicBezTo>
                <a:close/>
                <a:moveTo>
                  <a:pt x="9683" y="4429"/>
                </a:moveTo>
                <a:cubicBezTo>
                  <a:pt x="9806" y="4429"/>
                  <a:pt x="9914" y="4470"/>
                  <a:pt x="9995" y="4551"/>
                </a:cubicBezTo>
                <a:cubicBezTo>
                  <a:pt x="10077" y="4632"/>
                  <a:pt x="10117" y="4741"/>
                  <a:pt x="10117" y="4862"/>
                </a:cubicBezTo>
                <a:cubicBezTo>
                  <a:pt x="10117" y="4970"/>
                  <a:pt x="10077" y="5079"/>
                  <a:pt x="9995" y="5160"/>
                </a:cubicBezTo>
                <a:lnTo>
                  <a:pt x="9697" y="5458"/>
                </a:lnTo>
                <a:lnTo>
                  <a:pt x="9995" y="5743"/>
                </a:lnTo>
                <a:cubicBezTo>
                  <a:pt x="10077" y="5824"/>
                  <a:pt x="10117" y="5932"/>
                  <a:pt x="10117" y="6054"/>
                </a:cubicBezTo>
                <a:cubicBezTo>
                  <a:pt x="10117" y="6162"/>
                  <a:pt x="10077" y="6271"/>
                  <a:pt x="9995" y="6352"/>
                </a:cubicBezTo>
                <a:cubicBezTo>
                  <a:pt x="9914" y="6433"/>
                  <a:pt x="9806" y="6487"/>
                  <a:pt x="9683" y="6487"/>
                </a:cubicBezTo>
                <a:cubicBezTo>
                  <a:pt x="9575" y="6487"/>
                  <a:pt x="9467" y="6433"/>
                  <a:pt x="9372" y="6352"/>
                </a:cubicBezTo>
                <a:lnTo>
                  <a:pt x="9087" y="6068"/>
                </a:lnTo>
                <a:lnTo>
                  <a:pt x="8789" y="6352"/>
                </a:lnTo>
                <a:cubicBezTo>
                  <a:pt x="8708" y="6433"/>
                  <a:pt x="8600" y="6487"/>
                  <a:pt x="8491" y="6487"/>
                </a:cubicBezTo>
                <a:cubicBezTo>
                  <a:pt x="8370" y="6487"/>
                  <a:pt x="8262" y="6433"/>
                  <a:pt x="8181" y="6352"/>
                </a:cubicBezTo>
                <a:cubicBezTo>
                  <a:pt x="8099" y="6271"/>
                  <a:pt x="8058" y="6162"/>
                  <a:pt x="8058" y="6054"/>
                </a:cubicBezTo>
                <a:cubicBezTo>
                  <a:pt x="8058" y="5932"/>
                  <a:pt x="8099" y="5824"/>
                  <a:pt x="8181" y="5743"/>
                </a:cubicBezTo>
                <a:lnTo>
                  <a:pt x="8478" y="5458"/>
                </a:lnTo>
                <a:lnTo>
                  <a:pt x="8181" y="5160"/>
                </a:lnTo>
                <a:cubicBezTo>
                  <a:pt x="8099" y="5079"/>
                  <a:pt x="8058" y="4970"/>
                  <a:pt x="8058" y="4862"/>
                </a:cubicBezTo>
                <a:cubicBezTo>
                  <a:pt x="8058" y="4741"/>
                  <a:pt x="8099" y="4632"/>
                  <a:pt x="8181" y="4551"/>
                </a:cubicBezTo>
                <a:cubicBezTo>
                  <a:pt x="8262" y="4470"/>
                  <a:pt x="8370" y="4429"/>
                  <a:pt x="8491" y="4429"/>
                </a:cubicBezTo>
                <a:cubicBezTo>
                  <a:pt x="8600" y="4429"/>
                  <a:pt x="8708" y="4470"/>
                  <a:pt x="8789" y="4551"/>
                </a:cubicBezTo>
                <a:lnTo>
                  <a:pt x="9087" y="4849"/>
                </a:lnTo>
                <a:lnTo>
                  <a:pt x="9372" y="4551"/>
                </a:lnTo>
                <a:cubicBezTo>
                  <a:pt x="9467" y="4470"/>
                  <a:pt x="9575" y="4429"/>
                  <a:pt x="9683" y="4429"/>
                </a:cubicBezTo>
                <a:close/>
                <a:moveTo>
                  <a:pt x="3860" y="7395"/>
                </a:moveTo>
                <a:cubicBezTo>
                  <a:pt x="4185" y="7395"/>
                  <a:pt x="4456" y="7666"/>
                  <a:pt x="4456" y="8004"/>
                </a:cubicBezTo>
                <a:cubicBezTo>
                  <a:pt x="4456" y="8329"/>
                  <a:pt x="4185" y="8600"/>
                  <a:pt x="3860" y="8600"/>
                </a:cubicBezTo>
                <a:cubicBezTo>
                  <a:pt x="3522" y="8600"/>
                  <a:pt x="3251" y="8329"/>
                  <a:pt x="3251" y="8004"/>
                </a:cubicBezTo>
                <a:cubicBezTo>
                  <a:pt x="3251" y="7666"/>
                  <a:pt x="3522" y="7395"/>
                  <a:pt x="3860" y="7395"/>
                </a:cubicBezTo>
                <a:close/>
                <a:moveTo>
                  <a:pt x="7814" y="7395"/>
                </a:moveTo>
                <a:cubicBezTo>
                  <a:pt x="8139" y="7395"/>
                  <a:pt x="8410" y="7666"/>
                  <a:pt x="8410" y="8004"/>
                </a:cubicBezTo>
                <a:cubicBezTo>
                  <a:pt x="8410" y="8329"/>
                  <a:pt x="8139" y="8600"/>
                  <a:pt x="7814" y="8600"/>
                </a:cubicBezTo>
                <a:cubicBezTo>
                  <a:pt x="7476" y="8600"/>
                  <a:pt x="7205" y="8329"/>
                  <a:pt x="7205" y="8004"/>
                </a:cubicBezTo>
                <a:cubicBezTo>
                  <a:pt x="7205" y="7666"/>
                  <a:pt x="7476" y="7395"/>
                  <a:pt x="7814" y="7395"/>
                </a:cubicBezTo>
                <a:close/>
                <a:moveTo>
                  <a:pt x="7287" y="1"/>
                </a:moveTo>
                <a:cubicBezTo>
                  <a:pt x="7029" y="14"/>
                  <a:pt x="6839" y="217"/>
                  <a:pt x="6853" y="461"/>
                </a:cubicBezTo>
                <a:lnTo>
                  <a:pt x="6866" y="976"/>
                </a:lnTo>
                <a:lnTo>
                  <a:pt x="6203" y="976"/>
                </a:lnTo>
                <a:cubicBezTo>
                  <a:pt x="5743" y="976"/>
                  <a:pt x="5364" y="1341"/>
                  <a:pt x="5364" y="1801"/>
                </a:cubicBezTo>
                <a:lnTo>
                  <a:pt x="5364" y="3278"/>
                </a:lnTo>
                <a:cubicBezTo>
                  <a:pt x="5052" y="3278"/>
                  <a:pt x="4781" y="3468"/>
                  <a:pt x="4645" y="3724"/>
                </a:cubicBezTo>
                <a:cubicBezTo>
                  <a:pt x="4389" y="3386"/>
                  <a:pt x="4036" y="3129"/>
                  <a:pt x="3589" y="2993"/>
                </a:cubicBezTo>
                <a:cubicBezTo>
                  <a:pt x="3372" y="2926"/>
                  <a:pt x="3156" y="2899"/>
                  <a:pt x="2953" y="2899"/>
                </a:cubicBezTo>
                <a:cubicBezTo>
                  <a:pt x="2343" y="2899"/>
                  <a:pt x="1205" y="3197"/>
                  <a:pt x="570" y="5282"/>
                </a:cubicBezTo>
                <a:cubicBezTo>
                  <a:pt x="217" y="6393"/>
                  <a:pt x="28" y="7476"/>
                  <a:pt x="14" y="8302"/>
                </a:cubicBezTo>
                <a:cubicBezTo>
                  <a:pt x="1" y="9629"/>
                  <a:pt x="461" y="10049"/>
                  <a:pt x="853" y="10171"/>
                </a:cubicBezTo>
                <a:cubicBezTo>
                  <a:pt x="949" y="10198"/>
                  <a:pt x="1057" y="10225"/>
                  <a:pt x="1165" y="10225"/>
                </a:cubicBezTo>
                <a:cubicBezTo>
                  <a:pt x="1761" y="10225"/>
                  <a:pt x="2506" y="9806"/>
                  <a:pt x="3224" y="9102"/>
                </a:cubicBezTo>
                <a:cubicBezTo>
                  <a:pt x="3413" y="9210"/>
                  <a:pt x="3630" y="9264"/>
                  <a:pt x="3860" y="9264"/>
                </a:cubicBezTo>
                <a:cubicBezTo>
                  <a:pt x="4551" y="9264"/>
                  <a:pt x="5120" y="8695"/>
                  <a:pt x="5120" y="8004"/>
                </a:cubicBezTo>
                <a:lnTo>
                  <a:pt x="5120" y="7910"/>
                </a:lnTo>
                <a:lnTo>
                  <a:pt x="6555" y="7910"/>
                </a:lnTo>
                <a:lnTo>
                  <a:pt x="6555" y="8004"/>
                </a:lnTo>
                <a:cubicBezTo>
                  <a:pt x="6555" y="8695"/>
                  <a:pt x="7110" y="9264"/>
                  <a:pt x="7814" y="9264"/>
                </a:cubicBezTo>
                <a:cubicBezTo>
                  <a:pt x="8031" y="9264"/>
                  <a:pt x="8235" y="9210"/>
                  <a:pt x="8424" y="9115"/>
                </a:cubicBezTo>
                <a:cubicBezTo>
                  <a:pt x="9129" y="9819"/>
                  <a:pt x="9873" y="10225"/>
                  <a:pt x="10469" y="10225"/>
                </a:cubicBezTo>
                <a:cubicBezTo>
                  <a:pt x="10577" y="10225"/>
                  <a:pt x="10685" y="10198"/>
                  <a:pt x="10781" y="10171"/>
                </a:cubicBezTo>
                <a:cubicBezTo>
                  <a:pt x="11173" y="10049"/>
                  <a:pt x="11633" y="9629"/>
                  <a:pt x="11620" y="8302"/>
                </a:cubicBezTo>
                <a:cubicBezTo>
                  <a:pt x="11606" y="7476"/>
                  <a:pt x="11404" y="6393"/>
                  <a:pt x="11065" y="5282"/>
                </a:cubicBezTo>
                <a:cubicBezTo>
                  <a:pt x="10429" y="3197"/>
                  <a:pt x="9291" y="2899"/>
                  <a:pt x="8681" y="2899"/>
                </a:cubicBezTo>
                <a:cubicBezTo>
                  <a:pt x="8464" y="2899"/>
                  <a:pt x="8262" y="2926"/>
                  <a:pt x="8045" y="2993"/>
                </a:cubicBezTo>
                <a:cubicBezTo>
                  <a:pt x="7598" y="3129"/>
                  <a:pt x="7233" y="3386"/>
                  <a:pt x="6989" y="3724"/>
                </a:cubicBezTo>
                <a:cubicBezTo>
                  <a:pt x="6853" y="3468"/>
                  <a:pt x="6582" y="3278"/>
                  <a:pt x="6270" y="3278"/>
                </a:cubicBezTo>
                <a:lnTo>
                  <a:pt x="6270" y="1870"/>
                </a:lnTo>
                <a:lnTo>
                  <a:pt x="6948" y="1870"/>
                </a:lnTo>
                <a:cubicBezTo>
                  <a:pt x="7178" y="1870"/>
                  <a:pt x="7381" y="1774"/>
                  <a:pt x="7543" y="1612"/>
                </a:cubicBezTo>
                <a:cubicBezTo>
                  <a:pt x="7693" y="1449"/>
                  <a:pt x="7774" y="1247"/>
                  <a:pt x="7760" y="1016"/>
                </a:cubicBezTo>
                <a:lnTo>
                  <a:pt x="7747" y="434"/>
                </a:lnTo>
                <a:cubicBezTo>
                  <a:pt x="7733" y="190"/>
                  <a:pt x="7543" y="1"/>
                  <a:pt x="73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92" name="Google Shape;492;p41"/>
          <p:cNvSpPr/>
          <p:nvPr/>
        </p:nvSpPr>
        <p:spPr>
          <a:xfrm>
            <a:off x="7141994" y="1274607"/>
            <a:ext cx="194098" cy="349932"/>
          </a:xfrm>
          <a:custGeom>
            <a:rect b="b" l="l" r="r" t="t"/>
            <a:pathLst>
              <a:path extrusionOk="0" h="11404" w="6325">
                <a:moveTo>
                  <a:pt x="3155" y="0"/>
                </a:moveTo>
                <a:cubicBezTo>
                  <a:pt x="3074" y="0"/>
                  <a:pt x="2992" y="41"/>
                  <a:pt x="2938" y="122"/>
                </a:cubicBezTo>
                <a:lnTo>
                  <a:pt x="2086" y="1354"/>
                </a:lnTo>
                <a:cubicBezTo>
                  <a:pt x="2004" y="1477"/>
                  <a:pt x="1936" y="1666"/>
                  <a:pt x="1936" y="1802"/>
                </a:cubicBezTo>
                <a:lnTo>
                  <a:pt x="1936" y="7408"/>
                </a:lnTo>
                <a:lnTo>
                  <a:pt x="1069" y="7408"/>
                </a:lnTo>
                <a:cubicBezTo>
                  <a:pt x="799" y="7408"/>
                  <a:pt x="542" y="7571"/>
                  <a:pt x="419" y="7815"/>
                </a:cubicBezTo>
                <a:lnTo>
                  <a:pt x="121" y="8465"/>
                </a:lnTo>
                <a:cubicBezTo>
                  <a:pt x="0" y="8722"/>
                  <a:pt x="121" y="9034"/>
                  <a:pt x="379" y="9142"/>
                </a:cubicBezTo>
                <a:cubicBezTo>
                  <a:pt x="447" y="9176"/>
                  <a:pt x="520" y="9192"/>
                  <a:pt x="593" y="9192"/>
                </a:cubicBezTo>
                <a:cubicBezTo>
                  <a:pt x="781" y="9192"/>
                  <a:pt x="968" y="9084"/>
                  <a:pt x="1056" y="8898"/>
                </a:cubicBezTo>
                <a:lnTo>
                  <a:pt x="1273" y="8424"/>
                </a:lnTo>
                <a:lnTo>
                  <a:pt x="2342" y="8424"/>
                </a:lnTo>
                <a:lnTo>
                  <a:pt x="2559" y="9467"/>
                </a:lnTo>
                <a:cubicBezTo>
                  <a:pt x="2288" y="9657"/>
                  <a:pt x="2099" y="9982"/>
                  <a:pt x="2099" y="10347"/>
                </a:cubicBezTo>
                <a:cubicBezTo>
                  <a:pt x="2099" y="10930"/>
                  <a:pt x="2573" y="11403"/>
                  <a:pt x="3155" y="11403"/>
                </a:cubicBezTo>
                <a:cubicBezTo>
                  <a:pt x="3751" y="11403"/>
                  <a:pt x="4225" y="10930"/>
                  <a:pt x="4225" y="10347"/>
                </a:cubicBezTo>
                <a:cubicBezTo>
                  <a:pt x="4225" y="9982"/>
                  <a:pt x="4036" y="9657"/>
                  <a:pt x="3765" y="9467"/>
                </a:cubicBezTo>
                <a:lnTo>
                  <a:pt x="3982" y="8424"/>
                </a:lnTo>
                <a:lnTo>
                  <a:pt x="5051" y="8424"/>
                </a:lnTo>
                <a:lnTo>
                  <a:pt x="5268" y="8898"/>
                </a:lnTo>
                <a:cubicBezTo>
                  <a:pt x="5363" y="9088"/>
                  <a:pt x="5539" y="9196"/>
                  <a:pt x="5728" y="9196"/>
                </a:cubicBezTo>
                <a:cubicBezTo>
                  <a:pt x="5809" y="9196"/>
                  <a:pt x="5878" y="9182"/>
                  <a:pt x="5945" y="9142"/>
                </a:cubicBezTo>
                <a:cubicBezTo>
                  <a:pt x="6203" y="9034"/>
                  <a:pt x="6324" y="8722"/>
                  <a:pt x="6203" y="8465"/>
                </a:cubicBezTo>
                <a:lnTo>
                  <a:pt x="5891" y="7815"/>
                </a:lnTo>
                <a:cubicBezTo>
                  <a:pt x="5782" y="7571"/>
                  <a:pt x="5511" y="7408"/>
                  <a:pt x="5255" y="7408"/>
                </a:cubicBezTo>
                <a:lnTo>
                  <a:pt x="4388" y="7408"/>
                </a:lnTo>
                <a:lnTo>
                  <a:pt x="4388" y="1802"/>
                </a:lnTo>
                <a:cubicBezTo>
                  <a:pt x="4388" y="1666"/>
                  <a:pt x="4320" y="1477"/>
                  <a:pt x="4238" y="1354"/>
                </a:cubicBezTo>
                <a:lnTo>
                  <a:pt x="3386" y="122"/>
                </a:lnTo>
                <a:cubicBezTo>
                  <a:pt x="3332" y="41"/>
                  <a:pt x="3250" y="0"/>
                  <a:pt x="3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nvGrpSpPr>
          <p:cNvPr id="493" name="Google Shape;493;p41"/>
          <p:cNvGrpSpPr/>
          <p:nvPr/>
        </p:nvGrpSpPr>
        <p:grpSpPr>
          <a:xfrm>
            <a:off x="815900" y="681625"/>
            <a:ext cx="7512200" cy="179100"/>
            <a:chOff x="815900" y="681625"/>
            <a:chExt cx="7512200" cy="179100"/>
          </a:xfrm>
        </p:grpSpPr>
        <p:sp>
          <p:nvSpPr>
            <p:cNvPr id="494" name="Google Shape;494;p41"/>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1"/>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KNOWLEDGE SOURCES &amp; MOVE ORDERING</a:t>
            </a:r>
            <a:endParaRPr/>
          </a:p>
        </p:txBody>
      </p:sp>
      <p:sp>
        <p:nvSpPr>
          <p:cNvPr id="501" name="Google Shape;501;p42"/>
          <p:cNvSpPr txBox="1"/>
          <p:nvPr>
            <p:ph idx="1" type="subTitle"/>
          </p:nvPr>
        </p:nvSpPr>
        <p:spPr>
          <a:xfrm>
            <a:off x="720006" y="39955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Most Valuable Victim - Least Valuable Attacker ordering</a:t>
            </a:r>
            <a:endParaRPr/>
          </a:p>
        </p:txBody>
      </p:sp>
      <p:sp>
        <p:nvSpPr>
          <p:cNvPr id="502" name="Google Shape;502;p42"/>
          <p:cNvSpPr txBox="1"/>
          <p:nvPr>
            <p:ph idx="2" type="subTitle"/>
          </p:nvPr>
        </p:nvSpPr>
        <p:spPr>
          <a:xfrm>
            <a:off x="720006" y="3615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MVV-LVA</a:t>
            </a:r>
            <a:endParaRPr/>
          </a:p>
        </p:txBody>
      </p:sp>
      <p:sp>
        <p:nvSpPr>
          <p:cNvPr id="503" name="Google Shape;503;p42"/>
          <p:cNvSpPr txBox="1"/>
          <p:nvPr>
            <p:ph idx="3" type="subTitle"/>
          </p:nvPr>
        </p:nvSpPr>
        <p:spPr>
          <a:xfrm>
            <a:off x="3386996" y="39955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depth² bonus for moves that improved alpha</a:t>
            </a:r>
            <a:endParaRPr/>
          </a:p>
        </p:txBody>
      </p:sp>
      <p:sp>
        <p:nvSpPr>
          <p:cNvPr id="504" name="Google Shape;504;p42"/>
          <p:cNvSpPr txBox="1"/>
          <p:nvPr>
            <p:ph idx="4" type="subTitle"/>
          </p:nvPr>
        </p:nvSpPr>
        <p:spPr>
          <a:xfrm>
            <a:off x="3386996" y="3615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HISTORY</a:t>
            </a:r>
            <a:endParaRPr/>
          </a:p>
        </p:txBody>
      </p:sp>
      <p:sp>
        <p:nvSpPr>
          <p:cNvPr id="505" name="Google Shape;505;p42"/>
          <p:cNvSpPr txBox="1"/>
          <p:nvPr>
            <p:ph idx="5" type="subTitle"/>
          </p:nvPr>
        </p:nvSpPr>
        <p:spPr>
          <a:xfrm>
            <a:off x="6053998" y="39955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Quiet moves that caused beta cutoffs at same depth</a:t>
            </a:r>
            <a:endParaRPr/>
          </a:p>
        </p:txBody>
      </p:sp>
      <p:sp>
        <p:nvSpPr>
          <p:cNvPr id="506" name="Google Shape;506;p42"/>
          <p:cNvSpPr txBox="1"/>
          <p:nvPr>
            <p:ph idx="6" type="subTitle"/>
          </p:nvPr>
        </p:nvSpPr>
        <p:spPr>
          <a:xfrm>
            <a:off x="6053998" y="3615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KILLERS</a:t>
            </a:r>
            <a:endParaRPr/>
          </a:p>
        </p:txBody>
      </p:sp>
      <p:sp>
        <p:nvSpPr>
          <p:cNvPr id="507" name="Google Shape;507;p42"/>
          <p:cNvSpPr txBox="1"/>
          <p:nvPr>
            <p:ph idx="7" type="subTitle"/>
          </p:nvPr>
        </p:nvSpPr>
        <p:spPr>
          <a:xfrm>
            <a:off x="720006" y="21678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Polyglot .bin format, weighted-random selection</a:t>
            </a:r>
            <a:endParaRPr/>
          </a:p>
        </p:txBody>
      </p:sp>
      <p:sp>
        <p:nvSpPr>
          <p:cNvPr id="508" name="Google Shape;508;p42"/>
          <p:cNvSpPr txBox="1"/>
          <p:nvPr>
            <p:ph idx="8" type="subTitle"/>
          </p:nvPr>
        </p:nvSpPr>
        <p:spPr>
          <a:xfrm>
            <a:off x="720006" y="17876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OPENING BOOK</a:t>
            </a:r>
            <a:endParaRPr/>
          </a:p>
        </p:txBody>
      </p:sp>
      <p:sp>
        <p:nvSpPr>
          <p:cNvPr id="509" name="Google Shape;509;p42"/>
          <p:cNvSpPr txBox="1"/>
          <p:nvPr>
            <p:ph idx="9" type="subTitle"/>
          </p:nvPr>
        </p:nvSpPr>
        <p:spPr>
          <a:xfrm>
            <a:off x="3386996" y="21678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Syzygy WDL+DTZ for perfect ≤5-piece endgame play</a:t>
            </a:r>
            <a:endParaRPr/>
          </a:p>
        </p:txBody>
      </p:sp>
      <p:sp>
        <p:nvSpPr>
          <p:cNvPr id="510" name="Google Shape;510;p42"/>
          <p:cNvSpPr txBox="1"/>
          <p:nvPr>
            <p:ph idx="13" type="subTitle"/>
          </p:nvPr>
        </p:nvSpPr>
        <p:spPr>
          <a:xfrm>
            <a:off x="3386996" y="17876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TABLEBASES</a:t>
            </a:r>
            <a:endParaRPr/>
          </a:p>
        </p:txBody>
      </p:sp>
      <p:sp>
        <p:nvSpPr>
          <p:cNvPr id="511" name="Google Shape;511;p42"/>
          <p:cNvSpPr txBox="1"/>
          <p:nvPr>
            <p:ph idx="14" type="subTitle"/>
          </p:nvPr>
        </p:nvSpPr>
        <p:spPr>
          <a:xfrm>
            <a:off x="6053998" y="2167850"/>
            <a:ext cx="23700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Hash move from transposition table searched first</a:t>
            </a:r>
            <a:endParaRPr/>
          </a:p>
        </p:txBody>
      </p:sp>
      <p:sp>
        <p:nvSpPr>
          <p:cNvPr id="512" name="Google Shape;512;p42"/>
          <p:cNvSpPr txBox="1"/>
          <p:nvPr>
            <p:ph idx="15" type="subTitle"/>
          </p:nvPr>
        </p:nvSpPr>
        <p:spPr>
          <a:xfrm>
            <a:off x="6053998" y="17876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TT MOVE</a:t>
            </a:r>
            <a:endParaRPr/>
          </a:p>
        </p:txBody>
      </p:sp>
      <p:sp>
        <p:nvSpPr>
          <p:cNvPr id="513" name="Google Shape;513;p42"/>
          <p:cNvSpPr/>
          <p:nvPr/>
        </p:nvSpPr>
        <p:spPr>
          <a:xfrm>
            <a:off x="1637706" y="1182275"/>
            <a:ext cx="534600" cy="53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2"/>
          <p:cNvSpPr/>
          <p:nvPr/>
        </p:nvSpPr>
        <p:spPr>
          <a:xfrm>
            <a:off x="4304696" y="1182275"/>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2"/>
          <p:cNvSpPr/>
          <p:nvPr/>
        </p:nvSpPr>
        <p:spPr>
          <a:xfrm>
            <a:off x="6971698" y="1182275"/>
            <a:ext cx="534600" cy="53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2"/>
          <p:cNvSpPr/>
          <p:nvPr/>
        </p:nvSpPr>
        <p:spPr>
          <a:xfrm>
            <a:off x="1637706" y="3018968"/>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2"/>
          <p:cNvSpPr/>
          <p:nvPr/>
        </p:nvSpPr>
        <p:spPr>
          <a:xfrm>
            <a:off x="4304696" y="3018968"/>
            <a:ext cx="534600" cy="53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2"/>
          <p:cNvSpPr/>
          <p:nvPr/>
        </p:nvSpPr>
        <p:spPr>
          <a:xfrm>
            <a:off x="6971698" y="3018968"/>
            <a:ext cx="534600" cy="5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 name="Google Shape;519;p42"/>
          <p:cNvGrpSpPr/>
          <p:nvPr/>
        </p:nvGrpSpPr>
        <p:grpSpPr>
          <a:xfrm>
            <a:off x="7100707" y="1311312"/>
            <a:ext cx="276583" cy="276526"/>
            <a:chOff x="3666606" y="1586023"/>
            <a:chExt cx="309412" cy="309348"/>
          </a:xfrm>
        </p:grpSpPr>
        <p:sp>
          <p:nvSpPr>
            <p:cNvPr id="520" name="Google Shape;520;p42"/>
            <p:cNvSpPr/>
            <p:nvPr/>
          </p:nvSpPr>
          <p:spPr>
            <a:xfrm>
              <a:off x="3758779" y="1678163"/>
              <a:ext cx="125522" cy="125074"/>
            </a:xfrm>
            <a:custGeom>
              <a:rect b="b" l="l" r="r" t="t"/>
              <a:pathLst>
                <a:path extrusionOk="0" h="3915" w="3929">
                  <a:moveTo>
                    <a:pt x="1" y="0"/>
                  </a:moveTo>
                  <a:lnTo>
                    <a:pt x="1" y="3915"/>
                  </a:lnTo>
                  <a:lnTo>
                    <a:pt x="3928" y="3915"/>
                  </a:lnTo>
                  <a:lnTo>
                    <a:pt x="39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2"/>
            <p:cNvSpPr/>
            <p:nvPr/>
          </p:nvSpPr>
          <p:spPr>
            <a:xfrm>
              <a:off x="3666606" y="1586023"/>
              <a:ext cx="309412" cy="309348"/>
            </a:xfrm>
            <a:custGeom>
              <a:rect b="b" l="l" r="r" t="t"/>
              <a:pathLst>
                <a:path extrusionOk="0" h="9683" w="9685">
                  <a:moveTo>
                    <a:pt x="7192" y="1598"/>
                  </a:moveTo>
                  <a:cubicBezTo>
                    <a:pt x="7693" y="1598"/>
                    <a:pt x="8086" y="2004"/>
                    <a:pt x="8086" y="2492"/>
                  </a:cubicBezTo>
                  <a:lnTo>
                    <a:pt x="8086" y="7178"/>
                  </a:lnTo>
                  <a:cubicBezTo>
                    <a:pt x="8086" y="7678"/>
                    <a:pt x="7693" y="8085"/>
                    <a:pt x="7192" y="8085"/>
                  </a:cubicBezTo>
                  <a:lnTo>
                    <a:pt x="2506" y="8085"/>
                  </a:lnTo>
                  <a:cubicBezTo>
                    <a:pt x="2005" y="8085"/>
                    <a:pt x="1599" y="7678"/>
                    <a:pt x="1599" y="7178"/>
                  </a:cubicBezTo>
                  <a:lnTo>
                    <a:pt x="1599" y="2492"/>
                  </a:lnTo>
                  <a:cubicBezTo>
                    <a:pt x="1599" y="2004"/>
                    <a:pt x="2005" y="1598"/>
                    <a:pt x="2506" y="1598"/>
                  </a:cubicBezTo>
                  <a:close/>
                  <a:moveTo>
                    <a:pt x="2574" y="0"/>
                  </a:moveTo>
                  <a:cubicBezTo>
                    <a:pt x="1165" y="0"/>
                    <a:pt x="0" y="1151"/>
                    <a:pt x="0" y="2573"/>
                  </a:cubicBezTo>
                  <a:lnTo>
                    <a:pt x="0" y="7110"/>
                  </a:lnTo>
                  <a:cubicBezTo>
                    <a:pt x="0" y="8532"/>
                    <a:pt x="1165" y="9683"/>
                    <a:pt x="2574" y="9683"/>
                  </a:cubicBezTo>
                  <a:lnTo>
                    <a:pt x="7111" y="9683"/>
                  </a:lnTo>
                  <a:cubicBezTo>
                    <a:pt x="8532" y="9683"/>
                    <a:pt x="9684" y="8532"/>
                    <a:pt x="9684" y="7110"/>
                  </a:cubicBezTo>
                  <a:lnTo>
                    <a:pt x="9684" y="2573"/>
                  </a:lnTo>
                  <a:cubicBezTo>
                    <a:pt x="9684" y="1151"/>
                    <a:pt x="8532" y="0"/>
                    <a:pt x="7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 name="Google Shape;522;p42"/>
          <p:cNvGrpSpPr/>
          <p:nvPr/>
        </p:nvGrpSpPr>
        <p:grpSpPr>
          <a:xfrm>
            <a:off x="7117927" y="3136192"/>
            <a:ext cx="242142" cy="300151"/>
            <a:chOff x="3686095" y="2110428"/>
            <a:chExt cx="270883" cy="335777"/>
          </a:xfrm>
        </p:grpSpPr>
        <p:sp>
          <p:nvSpPr>
            <p:cNvPr id="523" name="Google Shape;523;p42"/>
            <p:cNvSpPr/>
            <p:nvPr/>
          </p:nvSpPr>
          <p:spPr>
            <a:xfrm>
              <a:off x="3723731" y="2350522"/>
              <a:ext cx="197755" cy="95683"/>
            </a:xfrm>
            <a:custGeom>
              <a:rect b="b" l="l" r="r" t="t"/>
              <a:pathLst>
                <a:path extrusionOk="0" h="2995" w="6190">
                  <a:moveTo>
                    <a:pt x="4794" y="840"/>
                  </a:moveTo>
                  <a:cubicBezTo>
                    <a:pt x="5160" y="840"/>
                    <a:pt x="5458" y="1138"/>
                    <a:pt x="5458" y="1504"/>
                  </a:cubicBezTo>
                  <a:cubicBezTo>
                    <a:pt x="5458" y="1870"/>
                    <a:pt x="5160" y="2168"/>
                    <a:pt x="4794" y="2168"/>
                  </a:cubicBezTo>
                  <a:cubicBezTo>
                    <a:pt x="4429" y="2168"/>
                    <a:pt x="4131" y="1870"/>
                    <a:pt x="4131" y="1504"/>
                  </a:cubicBezTo>
                  <a:cubicBezTo>
                    <a:pt x="4131" y="1138"/>
                    <a:pt x="4429" y="840"/>
                    <a:pt x="4794" y="840"/>
                  </a:cubicBezTo>
                  <a:close/>
                  <a:moveTo>
                    <a:pt x="1423" y="813"/>
                  </a:moveTo>
                  <a:cubicBezTo>
                    <a:pt x="1558" y="813"/>
                    <a:pt x="1666" y="922"/>
                    <a:pt x="1666" y="1071"/>
                  </a:cubicBezTo>
                  <a:lnTo>
                    <a:pt x="1666" y="1247"/>
                  </a:lnTo>
                  <a:lnTo>
                    <a:pt x="1856" y="1247"/>
                  </a:lnTo>
                  <a:cubicBezTo>
                    <a:pt x="1991" y="1247"/>
                    <a:pt x="2100" y="1355"/>
                    <a:pt x="2100" y="1504"/>
                  </a:cubicBezTo>
                  <a:cubicBezTo>
                    <a:pt x="2100" y="1640"/>
                    <a:pt x="1991" y="1748"/>
                    <a:pt x="1856" y="1748"/>
                  </a:cubicBezTo>
                  <a:lnTo>
                    <a:pt x="1666" y="1748"/>
                  </a:lnTo>
                  <a:lnTo>
                    <a:pt x="1666" y="1938"/>
                  </a:lnTo>
                  <a:cubicBezTo>
                    <a:pt x="1666" y="2073"/>
                    <a:pt x="1558" y="2182"/>
                    <a:pt x="1423" y="2182"/>
                  </a:cubicBezTo>
                  <a:cubicBezTo>
                    <a:pt x="1287" y="2182"/>
                    <a:pt x="1165" y="2073"/>
                    <a:pt x="1165" y="1938"/>
                  </a:cubicBezTo>
                  <a:lnTo>
                    <a:pt x="1165" y="1748"/>
                  </a:lnTo>
                  <a:lnTo>
                    <a:pt x="989" y="1748"/>
                  </a:lnTo>
                  <a:cubicBezTo>
                    <a:pt x="854" y="1748"/>
                    <a:pt x="731" y="1640"/>
                    <a:pt x="731" y="1504"/>
                  </a:cubicBezTo>
                  <a:cubicBezTo>
                    <a:pt x="731" y="1355"/>
                    <a:pt x="854" y="1247"/>
                    <a:pt x="989" y="1247"/>
                  </a:cubicBezTo>
                  <a:lnTo>
                    <a:pt x="1165" y="1247"/>
                  </a:lnTo>
                  <a:lnTo>
                    <a:pt x="1165" y="1071"/>
                  </a:lnTo>
                  <a:cubicBezTo>
                    <a:pt x="1165" y="922"/>
                    <a:pt x="1287" y="813"/>
                    <a:pt x="1423" y="813"/>
                  </a:cubicBezTo>
                  <a:close/>
                  <a:moveTo>
                    <a:pt x="1368" y="1"/>
                  </a:moveTo>
                  <a:cubicBezTo>
                    <a:pt x="596" y="69"/>
                    <a:pt x="0" y="719"/>
                    <a:pt x="0" y="1504"/>
                  </a:cubicBezTo>
                  <a:cubicBezTo>
                    <a:pt x="0" y="2330"/>
                    <a:pt x="664" y="2994"/>
                    <a:pt x="1490" y="2994"/>
                  </a:cubicBezTo>
                  <a:cubicBezTo>
                    <a:pt x="2113" y="2994"/>
                    <a:pt x="2654" y="2615"/>
                    <a:pt x="2871" y="2073"/>
                  </a:cubicBezTo>
                  <a:lnTo>
                    <a:pt x="3305" y="2073"/>
                  </a:lnTo>
                  <a:cubicBezTo>
                    <a:pt x="3535" y="2615"/>
                    <a:pt x="4063" y="2994"/>
                    <a:pt x="4686" y="2994"/>
                  </a:cubicBezTo>
                  <a:cubicBezTo>
                    <a:pt x="5513" y="2994"/>
                    <a:pt x="6190" y="2330"/>
                    <a:pt x="6190" y="1504"/>
                  </a:cubicBezTo>
                  <a:cubicBezTo>
                    <a:pt x="6190" y="719"/>
                    <a:pt x="5580" y="69"/>
                    <a:pt x="48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2"/>
            <p:cNvSpPr/>
            <p:nvPr/>
          </p:nvSpPr>
          <p:spPr>
            <a:xfrm>
              <a:off x="3686095" y="2110428"/>
              <a:ext cx="270883" cy="225869"/>
            </a:xfrm>
            <a:custGeom>
              <a:rect b="b" l="l" r="r" t="t"/>
              <a:pathLst>
                <a:path extrusionOk="0" h="7070" w="8479">
                  <a:moveTo>
                    <a:pt x="4239" y="0"/>
                  </a:moveTo>
                  <a:cubicBezTo>
                    <a:pt x="3426" y="0"/>
                    <a:pt x="2682" y="257"/>
                    <a:pt x="2140" y="717"/>
                  </a:cubicBezTo>
                  <a:cubicBezTo>
                    <a:pt x="1598" y="1192"/>
                    <a:pt x="1286" y="1855"/>
                    <a:pt x="1246" y="2586"/>
                  </a:cubicBezTo>
                  <a:lnTo>
                    <a:pt x="1232" y="2586"/>
                  </a:lnTo>
                  <a:cubicBezTo>
                    <a:pt x="555" y="2586"/>
                    <a:pt x="0" y="3142"/>
                    <a:pt x="0" y="3832"/>
                  </a:cubicBezTo>
                  <a:lnTo>
                    <a:pt x="0" y="4482"/>
                  </a:lnTo>
                  <a:cubicBezTo>
                    <a:pt x="0" y="5159"/>
                    <a:pt x="555" y="5715"/>
                    <a:pt x="1232" y="5715"/>
                  </a:cubicBezTo>
                  <a:cubicBezTo>
                    <a:pt x="1382" y="5715"/>
                    <a:pt x="1517" y="5701"/>
                    <a:pt x="1639" y="5647"/>
                  </a:cubicBezTo>
                  <a:cubicBezTo>
                    <a:pt x="1693" y="5661"/>
                    <a:pt x="1747" y="5674"/>
                    <a:pt x="1801" y="5674"/>
                  </a:cubicBezTo>
                  <a:cubicBezTo>
                    <a:pt x="2221" y="5674"/>
                    <a:pt x="2546" y="5336"/>
                    <a:pt x="2546" y="4915"/>
                  </a:cubicBezTo>
                  <a:lnTo>
                    <a:pt x="2546" y="3332"/>
                  </a:lnTo>
                  <a:cubicBezTo>
                    <a:pt x="2546" y="2992"/>
                    <a:pt x="2330" y="2709"/>
                    <a:pt x="2018" y="2613"/>
                  </a:cubicBezTo>
                  <a:cubicBezTo>
                    <a:pt x="2086" y="1340"/>
                    <a:pt x="3169" y="758"/>
                    <a:pt x="4239" y="758"/>
                  </a:cubicBezTo>
                  <a:cubicBezTo>
                    <a:pt x="5309" y="758"/>
                    <a:pt x="6406" y="1340"/>
                    <a:pt x="6460" y="2627"/>
                  </a:cubicBezTo>
                  <a:cubicBezTo>
                    <a:pt x="6162" y="2722"/>
                    <a:pt x="5932" y="3006"/>
                    <a:pt x="5932" y="3345"/>
                  </a:cubicBezTo>
                  <a:lnTo>
                    <a:pt x="5932" y="4930"/>
                  </a:lnTo>
                  <a:cubicBezTo>
                    <a:pt x="5932" y="5078"/>
                    <a:pt x="5972" y="5213"/>
                    <a:pt x="6053" y="5336"/>
                  </a:cubicBezTo>
                  <a:cubicBezTo>
                    <a:pt x="5824" y="5498"/>
                    <a:pt x="5485" y="5620"/>
                    <a:pt x="4997" y="5674"/>
                  </a:cubicBezTo>
                  <a:cubicBezTo>
                    <a:pt x="4835" y="5349"/>
                    <a:pt x="4510" y="5119"/>
                    <a:pt x="4117" y="5119"/>
                  </a:cubicBezTo>
                  <a:cubicBezTo>
                    <a:pt x="3589" y="5119"/>
                    <a:pt x="3155" y="5566"/>
                    <a:pt x="3155" y="6094"/>
                  </a:cubicBezTo>
                  <a:cubicBezTo>
                    <a:pt x="3155" y="6636"/>
                    <a:pt x="3589" y="7069"/>
                    <a:pt x="4117" y="7069"/>
                  </a:cubicBezTo>
                  <a:cubicBezTo>
                    <a:pt x="4537" y="7069"/>
                    <a:pt x="4889" y="6811"/>
                    <a:pt x="5024" y="6446"/>
                  </a:cubicBezTo>
                  <a:cubicBezTo>
                    <a:pt x="5580" y="6392"/>
                    <a:pt x="6013" y="6257"/>
                    <a:pt x="6366" y="6053"/>
                  </a:cubicBezTo>
                  <a:cubicBezTo>
                    <a:pt x="6541" y="5945"/>
                    <a:pt x="6704" y="5809"/>
                    <a:pt x="6839" y="5661"/>
                  </a:cubicBezTo>
                  <a:cubicBezTo>
                    <a:pt x="6880" y="5661"/>
                    <a:pt x="6907" y="5647"/>
                    <a:pt x="6947" y="5634"/>
                  </a:cubicBezTo>
                  <a:cubicBezTo>
                    <a:pt x="7043" y="5661"/>
                    <a:pt x="7137" y="5661"/>
                    <a:pt x="7232" y="5661"/>
                  </a:cubicBezTo>
                  <a:cubicBezTo>
                    <a:pt x="7922" y="5661"/>
                    <a:pt x="8478" y="5119"/>
                    <a:pt x="8478" y="4428"/>
                  </a:cubicBezTo>
                  <a:lnTo>
                    <a:pt x="8478" y="3778"/>
                  </a:lnTo>
                  <a:cubicBezTo>
                    <a:pt x="8478" y="3088"/>
                    <a:pt x="7922" y="2532"/>
                    <a:pt x="7232" y="2532"/>
                  </a:cubicBezTo>
                  <a:cubicBezTo>
                    <a:pt x="7178" y="1815"/>
                    <a:pt x="6866" y="1178"/>
                    <a:pt x="6338" y="717"/>
                  </a:cubicBezTo>
                  <a:cubicBezTo>
                    <a:pt x="5797" y="257"/>
                    <a:pt x="5051" y="0"/>
                    <a:pt x="42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42"/>
          <p:cNvSpPr/>
          <p:nvPr/>
        </p:nvSpPr>
        <p:spPr>
          <a:xfrm>
            <a:off x="1728620" y="1331022"/>
            <a:ext cx="352773" cy="237105"/>
          </a:xfrm>
          <a:custGeom>
            <a:rect b="b" l="l" r="r" t="t"/>
            <a:pathLst>
              <a:path extrusionOk="0" h="8302" w="12352">
                <a:moveTo>
                  <a:pt x="2275" y="4578"/>
                </a:moveTo>
                <a:cubicBezTo>
                  <a:pt x="2411" y="4578"/>
                  <a:pt x="2519" y="4632"/>
                  <a:pt x="2615" y="4727"/>
                </a:cubicBezTo>
                <a:cubicBezTo>
                  <a:pt x="2790" y="4903"/>
                  <a:pt x="2790" y="5201"/>
                  <a:pt x="2615" y="5377"/>
                </a:cubicBezTo>
                <a:cubicBezTo>
                  <a:pt x="2519" y="5472"/>
                  <a:pt x="2411" y="5512"/>
                  <a:pt x="2275" y="5512"/>
                </a:cubicBezTo>
                <a:cubicBezTo>
                  <a:pt x="2154" y="5512"/>
                  <a:pt x="2046" y="5472"/>
                  <a:pt x="1950" y="5377"/>
                </a:cubicBezTo>
                <a:cubicBezTo>
                  <a:pt x="1775" y="5201"/>
                  <a:pt x="1775" y="4903"/>
                  <a:pt x="1950" y="4727"/>
                </a:cubicBezTo>
                <a:cubicBezTo>
                  <a:pt x="2046" y="4632"/>
                  <a:pt x="2154" y="4578"/>
                  <a:pt x="2275" y="4578"/>
                </a:cubicBezTo>
                <a:close/>
                <a:moveTo>
                  <a:pt x="1314" y="5553"/>
                </a:moveTo>
                <a:cubicBezTo>
                  <a:pt x="1436" y="5553"/>
                  <a:pt x="1544" y="5607"/>
                  <a:pt x="1639" y="5689"/>
                </a:cubicBezTo>
                <a:cubicBezTo>
                  <a:pt x="1721" y="5783"/>
                  <a:pt x="1775" y="5891"/>
                  <a:pt x="1775" y="6027"/>
                </a:cubicBezTo>
                <a:cubicBezTo>
                  <a:pt x="1775" y="6149"/>
                  <a:pt x="1721" y="6270"/>
                  <a:pt x="1639" y="6352"/>
                </a:cubicBezTo>
                <a:cubicBezTo>
                  <a:pt x="1544" y="6447"/>
                  <a:pt x="1436" y="6487"/>
                  <a:pt x="1314" y="6487"/>
                </a:cubicBezTo>
                <a:cubicBezTo>
                  <a:pt x="1179" y="6487"/>
                  <a:pt x="1071" y="6447"/>
                  <a:pt x="975" y="6352"/>
                </a:cubicBezTo>
                <a:cubicBezTo>
                  <a:pt x="800" y="6176"/>
                  <a:pt x="800" y="5878"/>
                  <a:pt x="975" y="5689"/>
                </a:cubicBezTo>
                <a:cubicBezTo>
                  <a:pt x="1071" y="5607"/>
                  <a:pt x="1179" y="5553"/>
                  <a:pt x="1314" y="5553"/>
                </a:cubicBezTo>
                <a:close/>
                <a:moveTo>
                  <a:pt x="3251" y="5553"/>
                </a:moveTo>
                <a:cubicBezTo>
                  <a:pt x="3373" y="5553"/>
                  <a:pt x="3494" y="5593"/>
                  <a:pt x="3576" y="5689"/>
                </a:cubicBezTo>
                <a:cubicBezTo>
                  <a:pt x="3765" y="5864"/>
                  <a:pt x="3765" y="6162"/>
                  <a:pt x="3576" y="6352"/>
                </a:cubicBezTo>
                <a:cubicBezTo>
                  <a:pt x="3494" y="6433"/>
                  <a:pt x="3373" y="6487"/>
                  <a:pt x="3251" y="6487"/>
                </a:cubicBezTo>
                <a:cubicBezTo>
                  <a:pt x="3129" y="6487"/>
                  <a:pt x="3007" y="6433"/>
                  <a:pt x="2913" y="6352"/>
                </a:cubicBezTo>
                <a:cubicBezTo>
                  <a:pt x="2831" y="6257"/>
                  <a:pt x="2777" y="6135"/>
                  <a:pt x="2777" y="6014"/>
                </a:cubicBezTo>
                <a:cubicBezTo>
                  <a:pt x="2777" y="5891"/>
                  <a:pt x="2831" y="5770"/>
                  <a:pt x="2913" y="5689"/>
                </a:cubicBezTo>
                <a:cubicBezTo>
                  <a:pt x="3007" y="5593"/>
                  <a:pt x="3129" y="5553"/>
                  <a:pt x="3251" y="5553"/>
                </a:cubicBezTo>
                <a:close/>
                <a:moveTo>
                  <a:pt x="10076" y="4984"/>
                </a:moveTo>
                <a:cubicBezTo>
                  <a:pt x="10645" y="4984"/>
                  <a:pt x="11105" y="5445"/>
                  <a:pt x="11105" y="6014"/>
                </a:cubicBezTo>
                <a:cubicBezTo>
                  <a:pt x="11105" y="6595"/>
                  <a:pt x="10645" y="7056"/>
                  <a:pt x="10076" y="7056"/>
                </a:cubicBezTo>
                <a:cubicBezTo>
                  <a:pt x="9494" y="7056"/>
                  <a:pt x="9034" y="6595"/>
                  <a:pt x="9034" y="6014"/>
                </a:cubicBezTo>
                <a:cubicBezTo>
                  <a:pt x="9034" y="5445"/>
                  <a:pt x="9494" y="4984"/>
                  <a:pt x="10076" y="4984"/>
                </a:cubicBezTo>
                <a:close/>
                <a:moveTo>
                  <a:pt x="2275" y="6528"/>
                </a:moveTo>
                <a:cubicBezTo>
                  <a:pt x="2398" y="6528"/>
                  <a:pt x="2519" y="6568"/>
                  <a:pt x="2600" y="6664"/>
                </a:cubicBezTo>
                <a:cubicBezTo>
                  <a:pt x="2790" y="6839"/>
                  <a:pt x="2790" y="7137"/>
                  <a:pt x="2600" y="7314"/>
                </a:cubicBezTo>
                <a:cubicBezTo>
                  <a:pt x="2519" y="7408"/>
                  <a:pt x="2398" y="7449"/>
                  <a:pt x="2275" y="7449"/>
                </a:cubicBezTo>
                <a:cubicBezTo>
                  <a:pt x="2154" y="7449"/>
                  <a:pt x="2032" y="7408"/>
                  <a:pt x="1950" y="7314"/>
                </a:cubicBezTo>
                <a:cubicBezTo>
                  <a:pt x="1761" y="7137"/>
                  <a:pt x="1761" y="6839"/>
                  <a:pt x="1950" y="6664"/>
                </a:cubicBezTo>
                <a:cubicBezTo>
                  <a:pt x="2032" y="6568"/>
                  <a:pt x="2154" y="6528"/>
                  <a:pt x="2275" y="6528"/>
                </a:cubicBezTo>
                <a:close/>
                <a:moveTo>
                  <a:pt x="7611" y="1"/>
                </a:moveTo>
                <a:cubicBezTo>
                  <a:pt x="7368" y="14"/>
                  <a:pt x="7178" y="230"/>
                  <a:pt x="7178" y="474"/>
                </a:cubicBezTo>
                <a:lnTo>
                  <a:pt x="7205" y="976"/>
                </a:lnTo>
                <a:lnTo>
                  <a:pt x="6528" y="976"/>
                </a:lnTo>
                <a:cubicBezTo>
                  <a:pt x="6067" y="976"/>
                  <a:pt x="5702" y="1355"/>
                  <a:pt x="5702" y="1801"/>
                </a:cubicBezTo>
                <a:lnTo>
                  <a:pt x="5702" y="3751"/>
                </a:lnTo>
                <a:lnTo>
                  <a:pt x="4253" y="3751"/>
                </a:lnTo>
                <a:cubicBezTo>
                  <a:pt x="4158" y="3413"/>
                  <a:pt x="3861" y="3156"/>
                  <a:pt x="3481" y="3156"/>
                </a:cubicBezTo>
                <a:lnTo>
                  <a:pt x="2967" y="3156"/>
                </a:lnTo>
                <a:cubicBezTo>
                  <a:pt x="2600" y="3156"/>
                  <a:pt x="2290" y="3399"/>
                  <a:pt x="2194" y="3738"/>
                </a:cubicBezTo>
                <a:cubicBezTo>
                  <a:pt x="975" y="3779"/>
                  <a:pt x="0" y="4781"/>
                  <a:pt x="0" y="6014"/>
                </a:cubicBezTo>
                <a:cubicBezTo>
                  <a:pt x="0" y="7273"/>
                  <a:pt x="1017" y="8302"/>
                  <a:pt x="2275" y="8302"/>
                </a:cubicBezTo>
                <a:cubicBezTo>
                  <a:pt x="3169" y="8302"/>
                  <a:pt x="3942" y="7787"/>
                  <a:pt x="4321" y="7043"/>
                </a:cubicBezTo>
                <a:lnTo>
                  <a:pt x="8032" y="7043"/>
                </a:lnTo>
                <a:cubicBezTo>
                  <a:pt x="8411" y="7787"/>
                  <a:pt x="9182" y="8302"/>
                  <a:pt x="10076" y="8302"/>
                </a:cubicBezTo>
                <a:cubicBezTo>
                  <a:pt x="11322" y="8302"/>
                  <a:pt x="12351" y="7273"/>
                  <a:pt x="12351" y="6014"/>
                </a:cubicBezTo>
                <a:cubicBezTo>
                  <a:pt x="12351" y="4781"/>
                  <a:pt x="11363" y="3779"/>
                  <a:pt x="10144" y="3738"/>
                </a:cubicBezTo>
                <a:cubicBezTo>
                  <a:pt x="10049" y="3399"/>
                  <a:pt x="9751" y="3156"/>
                  <a:pt x="9386" y="3156"/>
                </a:cubicBezTo>
                <a:lnTo>
                  <a:pt x="8857" y="3156"/>
                </a:lnTo>
                <a:cubicBezTo>
                  <a:pt x="8492" y="3156"/>
                  <a:pt x="8180" y="3413"/>
                  <a:pt x="8099" y="3751"/>
                </a:cubicBezTo>
                <a:lnTo>
                  <a:pt x="6596" y="3751"/>
                </a:lnTo>
                <a:lnTo>
                  <a:pt x="6596" y="1870"/>
                </a:lnTo>
                <a:lnTo>
                  <a:pt x="7286" y="1870"/>
                </a:lnTo>
                <a:cubicBezTo>
                  <a:pt x="7503" y="1870"/>
                  <a:pt x="7720" y="1788"/>
                  <a:pt x="7869" y="1626"/>
                </a:cubicBezTo>
                <a:cubicBezTo>
                  <a:pt x="8032" y="1463"/>
                  <a:pt x="8113" y="1247"/>
                  <a:pt x="8099" y="1016"/>
                </a:cubicBezTo>
                <a:lnTo>
                  <a:pt x="8072" y="434"/>
                </a:lnTo>
                <a:cubicBezTo>
                  <a:pt x="8072" y="190"/>
                  <a:pt x="7855" y="1"/>
                  <a:pt x="76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 name="Google Shape;526;p42"/>
          <p:cNvGrpSpPr/>
          <p:nvPr/>
        </p:nvGrpSpPr>
        <p:grpSpPr>
          <a:xfrm>
            <a:off x="4426179" y="1294461"/>
            <a:ext cx="291633" cy="310228"/>
            <a:chOff x="3658396" y="3179974"/>
            <a:chExt cx="326248" cy="347050"/>
          </a:xfrm>
        </p:grpSpPr>
        <p:sp>
          <p:nvSpPr>
            <p:cNvPr id="527" name="Google Shape;527;p42"/>
            <p:cNvSpPr/>
            <p:nvPr/>
          </p:nvSpPr>
          <p:spPr>
            <a:xfrm>
              <a:off x="3755744" y="3179974"/>
              <a:ext cx="132007" cy="46324"/>
            </a:xfrm>
            <a:custGeom>
              <a:rect b="b" l="l" r="r" t="t"/>
              <a:pathLst>
                <a:path extrusionOk="0" h="1450" w="4132">
                  <a:moveTo>
                    <a:pt x="2059" y="1"/>
                  </a:moveTo>
                  <a:cubicBezTo>
                    <a:pt x="1396" y="1"/>
                    <a:pt x="759" y="230"/>
                    <a:pt x="231" y="637"/>
                  </a:cubicBezTo>
                  <a:cubicBezTo>
                    <a:pt x="41" y="799"/>
                    <a:pt x="0" y="1084"/>
                    <a:pt x="163" y="1274"/>
                  </a:cubicBezTo>
                  <a:cubicBezTo>
                    <a:pt x="249" y="1383"/>
                    <a:pt x="379" y="1442"/>
                    <a:pt x="511" y="1442"/>
                  </a:cubicBezTo>
                  <a:cubicBezTo>
                    <a:pt x="608" y="1442"/>
                    <a:pt x="705" y="1410"/>
                    <a:pt x="786" y="1341"/>
                  </a:cubicBezTo>
                  <a:cubicBezTo>
                    <a:pt x="1152" y="1057"/>
                    <a:pt x="1598" y="908"/>
                    <a:pt x="2059" y="908"/>
                  </a:cubicBezTo>
                  <a:cubicBezTo>
                    <a:pt x="2533" y="908"/>
                    <a:pt x="2980" y="1057"/>
                    <a:pt x="3346" y="1355"/>
                  </a:cubicBezTo>
                  <a:cubicBezTo>
                    <a:pt x="3427" y="1422"/>
                    <a:pt x="3521" y="1449"/>
                    <a:pt x="3630" y="1449"/>
                  </a:cubicBezTo>
                  <a:cubicBezTo>
                    <a:pt x="3752" y="1449"/>
                    <a:pt x="3888" y="1395"/>
                    <a:pt x="3982" y="1287"/>
                  </a:cubicBezTo>
                  <a:cubicBezTo>
                    <a:pt x="4131" y="1097"/>
                    <a:pt x="4104" y="813"/>
                    <a:pt x="3915" y="651"/>
                  </a:cubicBezTo>
                  <a:cubicBezTo>
                    <a:pt x="3386" y="230"/>
                    <a:pt x="2736" y="1"/>
                    <a:pt x="20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2"/>
            <p:cNvSpPr/>
            <p:nvPr/>
          </p:nvSpPr>
          <p:spPr>
            <a:xfrm>
              <a:off x="3775233" y="3233169"/>
              <a:ext cx="93478" cy="39423"/>
            </a:xfrm>
            <a:custGeom>
              <a:rect b="b" l="l" r="r" t="t"/>
              <a:pathLst>
                <a:path extrusionOk="0" h="1234" w="2926">
                  <a:moveTo>
                    <a:pt x="1449" y="1"/>
                  </a:moveTo>
                  <a:cubicBezTo>
                    <a:pt x="1015" y="1"/>
                    <a:pt x="569" y="150"/>
                    <a:pt x="230" y="434"/>
                  </a:cubicBezTo>
                  <a:cubicBezTo>
                    <a:pt x="27" y="584"/>
                    <a:pt x="0" y="868"/>
                    <a:pt x="149" y="1057"/>
                  </a:cubicBezTo>
                  <a:cubicBezTo>
                    <a:pt x="244" y="1169"/>
                    <a:pt x="378" y="1229"/>
                    <a:pt x="513" y="1229"/>
                  </a:cubicBezTo>
                  <a:cubicBezTo>
                    <a:pt x="607" y="1229"/>
                    <a:pt x="702" y="1200"/>
                    <a:pt x="786" y="1139"/>
                  </a:cubicBezTo>
                  <a:cubicBezTo>
                    <a:pt x="975" y="976"/>
                    <a:pt x="1205" y="895"/>
                    <a:pt x="1449" y="895"/>
                  </a:cubicBezTo>
                  <a:cubicBezTo>
                    <a:pt x="1707" y="895"/>
                    <a:pt x="1936" y="976"/>
                    <a:pt x="2140" y="1139"/>
                  </a:cubicBezTo>
                  <a:cubicBezTo>
                    <a:pt x="2221" y="1207"/>
                    <a:pt x="2316" y="1234"/>
                    <a:pt x="2411" y="1234"/>
                  </a:cubicBezTo>
                  <a:cubicBezTo>
                    <a:pt x="2546" y="1234"/>
                    <a:pt x="2682" y="1180"/>
                    <a:pt x="2763" y="1071"/>
                  </a:cubicBezTo>
                  <a:cubicBezTo>
                    <a:pt x="2925" y="882"/>
                    <a:pt x="2884" y="597"/>
                    <a:pt x="2695" y="434"/>
                  </a:cubicBezTo>
                  <a:cubicBezTo>
                    <a:pt x="2343" y="150"/>
                    <a:pt x="1909" y="1"/>
                    <a:pt x="14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2"/>
            <p:cNvSpPr/>
            <p:nvPr/>
          </p:nvSpPr>
          <p:spPr>
            <a:xfrm>
              <a:off x="3658396" y="3299398"/>
              <a:ext cx="326248" cy="227626"/>
            </a:xfrm>
            <a:custGeom>
              <a:rect b="b" l="l" r="r" t="t"/>
              <a:pathLst>
                <a:path extrusionOk="0" h="7125" w="10212">
                  <a:moveTo>
                    <a:pt x="8749" y="1801"/>
                  </a:moveTo>
                  <a:cubicBezTo>
                    <a:pt x="8952" y="1801"/>
                    <a:pt x="9129" y="1964"/>
                    <a:pt x="9129" y="2180"/>
                  </a:cubicBezTo>
                  <a:lnTo>
                    <a:pt x="9129" y="3197"/>
                  </a:lnTo>
                  <a:cubicBezTo>
                    <a:pt x="9129" y="3399"/>
                    <a:pt x="8952" y="3576"/>
                    <a:pt x="8749" y="3576"/>
                  </a:cubicBezTo>
                  <a:lnTo>
                    <a:pt x="7435" y="3576"/>
                  </a:lnTo>
                  <a:cubicBezTo>
                    <a:pt x="7218" y="3576"/>
                    <a:pt x="7056" y="3399"/>
                    <a:pt x="7056" y="3197"/>
                  </a:cubicBezTo>
                  <a:lnTo>
                    <a:pt x="7056" y="2180"/>
                  </a:lnTo>
                  <a:cubicBezTo>
                    <a:pt x="7056" y="1964"/>
                    <a:pt x="7218" y="1801"/>
                    <a:pt x="7435" y="1801"/>
                  </a:cubicBezTo>
                  <a:close/>
                  <a:moveTo>
                    <a:pt x="2316" y="1395"/>
                  </a:moveTo>
                  <a:cubicBezTo>
                    <a:pt x="2560" y="1395"/>
                    <a:pt x="2749" y="1599"/>
                    <a:pt x="2749" y="1828"/>
                  </a:cubicBezTo>
                  <a:lnTo>
                    <a:pt x="2749" y="2249"/>
                  </a:lnTo>
                  <a:lnTo>
                    <a:pt x="3170" y="2249"/>
                  </a:lnTo>
                  <a:cubicBezTo>
                    <a:pt x="3413" y="2249"/>
                    <a:pt x="3603" y="2451"/>
                    <a:pt x="3603" y="2682"/>
                  </a:cubicBezTo>
                  <a:cubicBezTo>
                    <a:pt x="3603" y="2926"/>
                    <a:pt x="3413" y="3115"/>
                    <a:pt x="3170" y="3115"/>
                  </a:cubicBezTo>
                  <a:lnTo>
                    <a:pt x="2749" y="3115"/>
                  </a:lnTo>
                  <a:lnTo>
                    <a:pt x="2749" y="3535"/>
                  </a:lnTo>
                  <a:cubicBezTo>
                    <a:pt x="2749" y="3778"/>
                    <a:pt x="2560" y="3968"/>
                    <a:pt x="2316" y="3968"/>
                  </a:cubicBezTo>
                  <a:cubicBezTo>
                    <a:pt x="2086" y="3968"/>
                    <a:pt x="1883" y="3778"/>
                    <a:pt x="1883" y="3535"/>
                  </a:cubicBezTo>
                  <a:lnTo>
                    <a:pt x="1883" y="3115"/>
                  </a:lnTo>
                  <a:lnTo>
                    <a:pt x="1463" y="3115"/>
                  </a:lnTo>
                  <a:cubicBezTo>
                    <a:pt x="1220" y="3115"/>
                    <a:pt x="1030" y="2926"/>
                    <a:pt x="1030" y="2682"/>
                  </a:cubicBezTo>
                  <a:cubicBezTo>
                    <a:pt x="1030" y="2451"/>
                    <a:pt x="1220" y="2249"/>
                    <a:pt x="1463" y="2249"/>
                  </a:cubicBezTo>
                  <a:lnTo>
                    <a:pt x="1883" y="2249"/>
                  </a:lnTo>
                  <a:lnTo>
                    <a:pt x="1883" y="1828"/>
                  </a:lnTo>
                  <a:cubicBezTo>
                    <a:pt x="1883" y="1599"/>
                    <a:pt x="2086" y="1395"/>
                    <a:pt x="2316" y="1395"/>
                  </a:cubicBezTo>
                  <a:close/>
                  <a:moveTo>
                    <a:pt x="2939" y="1"/>
                  </a:moveTo>
                  <a:cubicBezTo>
                    <a:pt x="2059" y="68"/>
                    <a:pt x="1301" y="434"/>
                    <a:pt x="759" y="1057"/>
                  </a:cubicBezTo>
                  <a:cubicBezTo>
                    <a:pt x="272" y="1612"/>
                    <a:pt x="1" y="2357"/>
                    <a:pt x="1" y="3128"/>
                  </a:cubicBezTo>
                  <a:lnTo>
                    <a:pt x="1" y="3480"/>
                  </a:lnTo>
                  <a:cubicBezTo>
                    <a:pt x="1" y="5268"/>
                    <a:pt x="1" y="6447"/>
                    <a:pt x="461" y="6907"/>
                  </a:cubicBezTo>
                  <a:cubicBezTo>
                    <a:pt x="610" y="7056"/>
                    <a:pt x="799" y="7124"/>
                    <a:pt x="1030" y="7124"/>
                  </a:cubicBezTo>
                  <a:cubicBezTo>
                    <a:pt x="1653" y="7124"/>
                    <a:pt x="2181" y="6568"/>
                    <a:pt x="2966" y="5716"/>
                  </a:cubicBezTo>
                  <a:cubicBezTo>
                    <a:pt x="3251" y="5418"/>
                    <a:pt x="3562" y="5079"/>
                    <a:pt x="3928" y="4699"/>
                  </a:cubicBezTo>
                  <a:cubicBezTo>
                    <a:pt x="3995" y="4659"/>
                    <a:pt x="4402" y="4578"/>
                    <a:pt x="5106" y="4578"/>
                  </a:cubicBezTo>
                  <a:cubicBezTo>
                    <a:pt x="5810" y="4578"/>
                    <a:pt x="6216" y="4659"/>
                    <a:pt x="6285" y="4699"/>
                  </a:cubicBezTo>
                  <a:cubicBezTo>
                    <a:pt x="6650" y="5079"/>
                    <a:pt x="6962" y="5418"/>
                    <a:pt x="7246" y="5716"/>
                  </a:cubicBezTo>
                  <a:cubicBezTo>
                    <a:pt x="8031" y="6568"/>
                    <a:pt x="8546" y="7124"/>
                    <a:pt x="9183" y="7124"/>
                  </a:cubicBezTo>
                  <a:cubicBezTo>
                    <a:pt x="9412" y="7124"/>
                    <a:pt x="9602" y="7056"/>
                    <a:pt x="9751" y="6907"/>
                  </a:cubicBezTo>
                  <a:cubicBezTo>
                    <a:pt x="10212" y="6447"/>
                    <a:pt x="10212" y="5268"/>
                    <a:pt x="10212" y="3480"/>
                  </a:cubicBezTo>
                  <a:lnTo>
                    <a:pt x="10212" y="3128"/>
                  </a:lnTo>
                  <a:cubicBezTo>
                    <a:pt x="10212" y="2343"/>
                    <a:pt x="9927" y="1599"/>
                    <a:pt x="9426" y="1030"/>
                  </a:cubicBezTo>
                  <a:cubicBezTo>
                    <a:pt x="8885" y="407"/>
                    <a:pt x="8112" y="55"/>
                    <a:pt x="72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 name="Google Shape;530;p42"/>
          <p:cNvSpPr/>
          <p:nvPr/>
        </p:nvSpPr>
        <p:spPr>
          <a:xfrm>
            <a:off x="1735960" y="3141412"/>
            <a:ext cx="338093" cy="289713"/>
          </a:xfrm>
          <a:custGeom>
            <a:rect b="b" l="l" r="r" t="t"/>
            <a:pathLst>
              <a:path extrusionOk="0" h="10144" w="11838">
                <a:moveTo>
                  <a:pt x="4660" y="4401"/>
                </a:moveTo>
                <a:cubicBezTo>
                  <a:pt x="5134" y="4401"/>
                  <a:pt x="5499" y="4767"/>
                  <a:pt x="5499" y="5241"/>
                </a:cubicBezTo>
                <a:cubicBezTo>
                  <a:pt x="5499" y="5701"/>
                  <a:pt x="5134" y="6080"/>
                  <a:pt x="4660" y="6080"/>
                </a:cubicBezTo>
                <a:cubicBezTo>
                  <a:pt x="4199" y="6080"/>
                  <a:pt x="3834" y="5701"/>
                  <a:pt x="3834" y="5241"/>
                </a:cubicBezTo>
                <a:cubicBezTo>
                  <a:pt x="3834" y="4767"/>
                  <a:pt x="4199" y="4401"/>
                  <a:pt x="4660" y="4401"/>
                </a:cubicBezTo>
                <a:close/>
                <a:moveTo>
                  <a:pt x="7178" y="4401"/>
                </a:moveTo>
                <a:cubicBezTo>
                  <a:pt x="7639" y="4401"/>
                  <a:pt x="8018" y="4767"/>
                  <a:pt x="8018" y="5241"/>
                </a:cubicBezTo>
                <a:cubicBezTo>
                  <a:pt x="8018" y="5701"/>
                  <a:pt x="7639" y="6080"/>
                  <a:pt x="7178" y="6080"/>
                </a:cubicBezTo>
                <a:cubicBezTo>
                  <a:pt x="6718" y="6080"/>
                  <a:pt x="6339" y="5701"/>
                  <a:pt x="6339" y="5241"/>
                </a:cubicBezTo>
                <a:cubicBezTo>
                  <a:pt x="6339" y="4767"/>
                  <a:pt x="6718" y="4401"/>
                  <a:pt x="7178" y="4401"/>
                </a:cubicBezTo>
                <a:close/>
                <a:moveTo>
                  <a:pt x="6962" y="7137"/>
                </a:moveTo>
                <a:cubicBezTo>
                  <a:pt x="7178" y="7137"/>
                  <a:pt x="7355" y="7313"/>
                  <a:pt x="7355" y="7530"/>
                </a:cubicBezTo>
                <a:cubicBezTo>
                  <a:pt x="7355" y="7747"/>
                  <a:pt x="7178" y="7922"/>
                  <a:pt x="6962" y="7922"/>
                </a:cubicBezTo>
                <a:lnTo>
                  <a:pt x="4876" y="7922"/>
                </a:lnTo>
                <a:cubicBezTo>
                  <a:pt x="4660" y="7922"/>
                  <a:pt x="4484" y="7747"/>
                  <a:pt x="4484" y="7530"/>
                </a:cubicBezTo>
                <a:cubicBezTo>
                  <a:pt x="4484" y="7313"/>
                  <a:pt x="4660" y="7137"/>
                  <a:pt x="4876" y="7137"/>
                </a:cubicBezTo>
                <a:close/>
                <a:moveTo>
                  <a:pt x="5920" y="0"/>
                </a:moveTo>
                <a:cubicBezTo>
                  <a:pt x="5269" y="0"/>
                  <a:pt x="4741" y="515"/>
                  <a:pt x="4741" y="1165"/>
                </a:cubicBezTo>
                <a:cubicBezTo>
                  <a:pt x="4741" y="1652"/>
                  <a:pt x="5039" y="2072"/>
                  <a:pt x="5472" y="2261"/>
                </a:cubicBezTo>
                <a:lnTo>
                  <a:pt x="5472" y="2749"/>
                </a:lnTo>
                <a:lnTo>
                  <a:pt x="3359" y="2749"/>
                </a:lnTo>
                <a:cubicBezTo>
                  <a:pt x="2940" y="2749"/>
                  <a:pt x="2601" y="3101"/>
                  <a:pt x="2601" y="3521"/>
                </a:cubicBezTo>
                <a:lnTo>
                  <a:pt x="2601" y="5132"/>
                </a:lnTo>
                <a:lnTo>
                  <a:pt x="2263" y="5132"/>
                </a:lnTo>
                <a:cubicBezTo>
                  <a:pt x="2086" y="4713"/>
                  <a:pt x="1667" y="4415"/>
                  <a:pt x="1180" y="4415"/>
                </a:cubicBezTo>
                <a:cubicBezTo>
                  <a:pt x="530" y="4415"/>
                  <a:pt x="1" y="4943"/>
                  <a:pt x="1" y="5593"/>
                </a:cubicBezTo>
                <a:cubicBezTo>
                  <a:pt x="1" y="6243"/>
                  <a:pt x="530" y="6771"/>
                  <a:pt x="1180" y="6771"/>
                </a:cubicBezTo>
                <a:cubicBezTo>
                  <a:pt x="1667" y="6771"/>
                  <a:pt x="2086" y="6473"/>
                  <a:pt x="2263" y="6040"/>
                </a:cubicBezTo>
                <a:lnTo>
                  <a:pt x="2601" y="6040"/>
                </a:lnTo>
                <a:lnTo>
                  <a:pt x="2601" y="8410"/>
                </a:lnTo>
                <a:cubicBezTo>
                  <a:pt x="2601" y="8830"/>
                  <a:pt x="2940" y="9168"/>
                  <a:pt x="3359" y="9168"/>
                </a:cubicBezTo>
                <a:lnTo>
                  <a:pt x="3753" y="9168"/>
                </a:lnTo>
                <a:lnTo>
                  <a:pt x="3753" y="9372"/>
                </a:lnTo>
                <a:cubicBezTo>
                  <a:pt x="3753" y="9791"/>
                  <a:pt x="4091" y="10143"/>
                  <a:pt x="4524" y="10143"/>
                </a:cubicBezTo>
                <a:lnTo>
                  <a:pt x="7328" y="10143"/>
                </a:lnTo>
                <a:cubicBezTo>
                  <a:pt x="7747" y="10143"/>
                  <a:pt x="8099" y="9791"/>
                  <a:pt x="8099" y="9372"/>
                </a:cubicBezTo>
                <a:lnTo>
                  <a:pt x="8099" y="9168"/>
                </a:lnTo>
                <a:lnTo>
                  <a:pt x="8479" y="9168"/>
                </a:lnTo>
                <a:cubicBezTo>
                  <a:pt x="8899" y="9168"/>
                  <a:pt x="9251" y="8830"/>
                  <a:pt x="9251" y="8410"/>
                </a:cubicBezTo>
                <a:lnTo>
                  <a:pt x="9251" y="6040"/>
                </a:lnTo>
                <a:lnTo>
                  <a:pt x="9576" y="6040"/>
                </a:lnTo>
                <a:cubicBezTo>
                  <a:pt x="9766" y="6473"/>
                  <a:pt x="10185" y="6771"/>
                  <a:pt x="10672" y="6771"/>
                </a:cubicBezTo>
                <a:cubicBezTo>
                  <a:pt x="11323" y="6771"/>
                  <a:pt x="11837" y="6243"/>
                  <a:pt x="11837" y="5593"/>
                </a:cubicBezTo>
                <a:cubicBezTo>
                  <a:pt x="11837" y="4943"/>
                  <a:pt x="11323" y="4415"/>
                  <a:pt x="10672" y="4415"/>
                </a:cubicBezTo>
                <a:cubicBezTo>
                  <a:pt x="10185" y="4415"/>
                  <a:pt x="9766" y="4713"/>
                  <a:pt x="9576" y="5132"/>
                </a:cubicBezTo>
                <a:lnTo>
                  <a:pt x="9251" y="5132"/>
                </a:lnTo>
                <a:lnTo>
                  <a:pt x="9251" y="3521"/>
                </a:lnTo>
                <a:cubicBezTo>
                  <a:pt x="9251" y="3101"/>
                  <a:pt x="8899" y="2749"/>
                  <a:pt x="8479" y="2749"/>
                </a:cubicBezTo>
                <a:lnTo>
                  <a:pt x="6380" y="2749"/>
                </a:lnTo>
                <a:lnTo>
                  <a:pt x="6380" y="2261"/>
                </a:lnTo>
                <a:cubicBezTo>
                  <a:pt x="6799" y="2072"/>
                  <a:pt x="7097" y="1652"/>
                  <a:pt x="7097" y="1165"/>
                </a:cubicBezTo>
                <a:cubicBezTo>
                  <a:pt x="7097" y="515"/>
                  <a:pt x="6570" y="0"/>
                  <a:pt x="59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 name="Google Shape;531;p42"/>
          <p:cNvGrpSpPr/>
          <p:nvPr/>
        </p:nvGrpSpPr>
        <p:grpSpPr>
          <a:xfrm>
            <a:off x="4415525" y="3146247"/>
            <a:ext cx="312942" cy="280042"/>
            <a:chOff x="3646702" y="3734667"/>
            <a:chExt cx="350087" cy="313281"/>
          </a:xfrm>
        </p:grpSpPr>
        <p:sp>
          <p:nvSpPr>
            <p:cNvPr id="532" name="Google Shape;532;p42"/>
            <p:cNvSpPr/>
            <p:nvPr/>
          </p:nvSpPr>
          <p:spPr>
            <a:xfrm>
              <a:off x="3646702" y="3734667"/>
              <a:ext cx="160983" cy="161399"/>
            </a:xfrm>
            <a:custGeom>
              <a:rect b="b" l="l" r="r" t="t"/>
              <a:pathLst>
                <a:path extrusionOk="0" h="5052" w="5039">
                  <a:moveTo>
                    <a:pt x="1111" y="596"/>
                  </a:moveTo>
                  <a:cubicBezTo>
                    <a:pt x="1409" y="596"/>
                    <a:pt x="1640" y="840"/>
                    <a:pt x="1640" y="1124"/>
                  </a:cubicBezTo>
                  <a:cubicBezTo>
                    <a:pt x="1640" y="1422"/>
                    <a:pt x="1409" y="1653"/>
                    <a:pt x="1111" y="1653"/>
                  </a:cubicBezTo>
                  <a:cubicBezTo>
                    <a:pt x="827" y="1653"/>
                    <a:pt x="583" y="1422"/>
                    <a:pt x="583" y="1124"/>
                  </a:cubicBezTo>
                  <a:cubicBezTo>
                    <a:pt x="583" y="840"/>
                    <a:pt x="827" y="596"/>
                    <a:pt x="1111" y="596"/>
                  </a:cubicBezTo>
                  <a:close/>
                  <a:moveTo>
                    <a:pt x="3915" y="596"/>
                  </a:moveTo>
                  <a:cubicBezTo>
                    <a:pt x="4213" y="596"/>
                    <a:pt x="4443" y="840"/>
                    <a:pt x="4443" y="1124"/>
                  </a:cubicBezTo>
                  <a:cubicBezTo>
                    <a:pt x="4443" y="1422"/>
                    <a:pt x="4213" y="1653"/>
                    <a:pt x="3915" y="1653"/>
                  </a:cubicBezTo>
                  <a:cubicBezTo>
                    <a:pt x="3630" y="1653"/>
                    <a:pt x="3386" y="1422"/>
                    <a:pt x="3386" y="1124"/>
                  </a:cubicBezTo>
                  <a:cubicBezTo>
                    <a:pt x="3386" y="840"/>
                    <a:pt x="3630" y="596"/>
                    <a:pt x="3915" y="596"/>
                  </a:cubicBezTo>
                  <a:close/>
                  <a:moveTo>
                    <a:pt x="2547" y="1964"/>
                  </a:moveTo>
                  <a:cubicBezTo>
                    <a:pt x="2844" y="1964"/>
                    <a:pt x="3075" y="2194"/>
                    <a:pt x="3075" y="2492"/>
                  </a:cubicBezTo>
                  <a:cubicBezTo>
                    <a:pt x="3075" y="2776"/>
                    <a:pt x="2844" y="3020"/>
                    <a:pt x="2547" y="3020"/>
                  </a:cubicBezTo>
                  <a:cubicBezTo>
                    <a:pt x="2263" y="3020"/>
                    <a:pt x="2019" y="2776"/>
                    <a:pt x="2019" y="2492"/>
                  </a:cubicBezTo>
                  <a:cubicBezTo>
                    <a:pt x="2019" y="2194"/>
                    <a:pt x="2263" y="1964"/>
                    <a:pt x="2547" y="1964"/>
                  </a:cubicBezTo>
                  <a:close/>
                  <a:moveTo>
                    <a:pt x="1111" y="3399"/>
                  </a:moveTo>
                  <a:cubicBezTo>
                    <a:pt x="1409" y="3399"/>
                    <a:pt x="1640" y="3630"/>
                    <a:pt x="1640" y="3928"/>
                  </a:cubicBezTo>
                  <a:cubicBezTo>
                    <a:pt x="1640" y="4212"/>
                    <a:pt x="1409" y="4456"/>
                    <a:pt x="1111" y="4456"/>
                  </a:cubicBezTo>
                  <a:cubicBezTo>
                    <a:pt x="827" y="4456"/>
                    <a:pt x="583" y="4212"/>
                    <a:pt x="583" y="3928"/>
                  </a:cubicBezTo>
                  <a:cubicBezTo>
                    <a:pt x="583" y="3630"/>
                    <a:pt x="827" y="3399"/>
                    <a:pt x="1111" y="3399"/>
                  </a:cubicBezTo>
                  <a:close/>
                  <a:moveTo>
                    <a:pt x="3915" y="3399"/>
                  </a:moveTo>
                  <a:cubicBezTo>
                    <a:pt x="4213" y="3399"/>
                    <a:pt x="4443" y="3630"/>
                    <a:pt x="4443" y="3928"/>
                  </a:cubicBezTo>
                  <a:cubicBezTo>
                    <a:pt x="4443" y="4212"/>
                    <a:pt x="4213" y="4456"/>
                    <a:pt x="3915" y="4456"/>
                  </a:cubicBezTo>
                  <a:cubicBezTo>
                    <a:pt x="3630" y="4456"/>
                    <a:pt x="3386" y="4212"/>
                    <a:pt x="3386" y="3928"/>
                  </a:cubicBezTo>
                  <a:cubicBezTo>
                    <a:pt x="3386" y="3630"/>
                    <a:pt x="3630" y="3399"/>
                    <a:pt x="3915" y="3399"/>
                  </a:cubicBezTo>
                  <a:close/>
                  <a:moveTo>
                    <a:pt x="515" y="1"/>
                  </a:moveTo>
                  <a:cubicBezTo>
                    <a:pt x="231" y="1"/>
                    <a:pt x="1" y="230"/>
                    <a:pt x="1" y="515"/>
                  </a:cubicBezTo>
                  <a:lnTo>
                    <a:pt x="1" y="4537"/>
                  </a:lnTo>
                  <a:cubicBezTo>
                    <a:pt x="1" y="4822"/>
                    <a:pt x="231" y="5051"/>
                    <a:pt x="515" y="5051"/>
                  </a:cubicBezTo>
                  <a:lnTo>
                    <a:pt x="4524" y="5051"/>
                  </a:lnTo>
                  <a:cubicBezTo>
                    <a:pt x="4809" y="5051"/>
                    <a:pt x="5038" y="4822"/>
                    <a:pt x="5038" y="4537"/>
                  </a:cubicBezTo>
                  <a:lnTo>
                    <a:pt x="5038" y="515"/>
                  </a:lnTo>
                  <a:cubicBezTo>
                    <a:pt x="5038" y="230"/>
                    <a:pt x="4809" y="1"/>
                    <a:pt x="45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2"/>
            <p:cNvSpPr/>
            <p:nvPr/>
          </p:nvSpPr>
          <p:spPr>
            <a:xfrm>
              <a:off x="3784753" y="3838500"/>
              <a:ext cx="212036" cy="209448"/>
            </a:xfrm>
            <a:custGeom>
              <a:rect b="b" l="l" r="r" t="t"/>
              <a:pathLst>
                <a:path extrusionOk="0" h="6556" w="6637">
                  <a:moveTo>
                    <a:pt x="2884" y="826"/>
                  </a:moveTo>
                  <a:cubicBezTo>
                    <a:pt x="2993" y="826"/>
                    <a:pt x="3088" y="853"/>
                    <a:pt x="3169" y="895"/>
                  </a:cubicBezTo>
                  <a:cubicBezTo>
                    <a:pt x="3413" y="1057"/>
                    <a:pt x="3494" y="1382"/>
                    <a:pt x="3345" y="1626"/>
                  </a:cubicBezTo>
                  <a:cubicBezTo>
                    <a:pt x="3236" y="1788"/>
                    <a:pt x="3074" y="1883"/>
                    <a:pt x="2884" y="1883"/>
                  </a:cubicBezTo>
                  <a:cubicBezTo>
                    <a:pt x="2790" y="1883"/>
                    <a:pt x="2695" y="1856"/>
                    <a:pt x="2613" y="1801"/>
                  </a:cubicBezTo>
                  <a:cubicBezTo>
                    <a:pt x="2492" y="1720"/>
                    <a:pt x="2411" y="1612"/>
                    <a:pt x="2370" y="1476"/>
                  </a:cubicBezTo>
                  <a:cubicBezTo>
                    <a:pt x="2343" y="1328"/>
                    <a:pt x="2370" y="1193"/>
                    <a:pt x="2438" y="1070"/>
                  </a:cubicBezTo>
                  <a:cubicBezTo>
                    <a:pt x="2532" y="908"/>
                    <a:pt x="2709" y="826"/>
                    <a:pt x="2884" y="826"/>
                  </a:cubicBezTo>
                  <a:close/>
                  <a:moveTo>
                    <a:pt x="3399" y="2736"/>
                  </a:moveTo>
                  <a:cubicBezTo>
                    <a:pt x="3494" y="2736"/>
                    <a:pt x="3588" y="2764"/>
                    <a:pt x="3670" y="2818"/>
                  </a:cubicBezTo>
                  <a:cubicBezTo>
                    <a:pt x="3792" y="2885"/>
                    <a:pt x="3873" y="3007"/>
                    <a:pt x="3913" y="3143"/>
                  </a:cubicBezTo>
                  <a:cubicBezTo>
                    <a:pt x="3941" y="3278"/>
                    <a:pt x="3928" y="3414"/>
                    <a:pt x="3846" y="3535"/>
                  </a:cubicBezTo>
                  <a:cubicBezTo>
                    <a:pt x="3751" y="3697"/>
                    <a:pt x="3588" y="3793"/>
                    <a:pt x="3399" y="3793"/>
                  </a:cubicBezTo>
                  <a:cubicBezTo>
                    <a:pt x="3305" y="3793"/>
                    <a:pt x="3209" y="3766"/>
                    <a:pt x="3115" y="3712"/>
                  </a:cubicBezTo>
                  <a:cubicBezTo>
                    <a:pt x="3007" y="3643"/>
                    <a:pt x="2911" y="3522"/>
                    <a:pt x="2884" y="3387"/>
                  </a:cubicBezTo>
                  <a:cubicBezTo>
                    <a:pt x="2857" y="3251"/>
                    <a:pt x="2871" y="3102"/>
                    <a:pt x="2952" y="2980"/>
                  </a:cubicBezTo>
                  <a:cubicBezTo>
                    <a:pt x="3047" y="2831"/>
                    <a:pt x="3209" y="2736"/>
                    <a:pt x="3399" y="2736"/>
                  </a:cubicBezTo>
                  <a:close/>
                  <a:moveTo>
                    <a:pt x="3805" y="4673"/>
                  </a:moveTo>
                  <a:cubicBezTo>
                    <a:pt x="3900" y="4673"/>
                    <a:pt x="3995" y="4700"/>
                    <a:pt x="4076" y="4754"/>
                  </a:cubicBezTo>
                  <a:cubicBezTo>
                    <a:pt x="4334" y="4903"/>
                    <a:pt x="4401" y="5228"/>
                    <a:pt x="4253" y="5485"/>
                  </a:cubicBezTo>
                  <a:cubicBezTo>
                    <a:pt x="4157" y="5635"/>
                    <a:pt x="3995" y="5729"/>
                    <a:pt x="3805" y="5729"/>
                  </a:cubicBezTo>
                  <a:cubicBezTo>
                    <a:pt x="3711" y="5729"/>
                    <a:pt x="3616" y="5702"/>
                    <a:pt x="3521" y="5648"/>
                  </a:cubicBezTo>
                  <a:cubicBezTo>
                    <a:pt x="3413" y="5580"/>
                    <a:pt x="3318" y="5458"/>
                    <a:pt x="3291" y="5323"/>
                  </a:cubicBezTo>
                  <a:cubicBezTo>
                    <a:pt x="3263" y="5187"/>
                    <a:pt x="3278" y="5052"/>
                    <a:pt x="3359" y="4930"/>
                  </a:cubicBezTo>
                  <a:cubicBezTo>
                    <a:pt x="3453" y="4768"/>
                    <a:pt x="3616" y="4673"/>
                    <a:pt x="3805" y="4673"/>
                  </a:cubicBezTo>
                  <a:close/>
                  <a:moveTo>
                    <a:pt x="2695" y="1"/>
                  </a:moveTo>
                  <a:cubicBezTo>
                    <a:pt x="2505" y="1"/>
                    <a:pt x="2343" y="95"/>
                    <a:pt x="2248" y="245"/>
                  </a:cubicBezTo>
                  <a:lnTo>
                    <a:pt x="149" y="3657"/>
                  </a:lnTo>
                  <a:cubicBezTo>
                    <a:pt x="0" y="3901"/>
                    <a:pt x="81" y="4226"/>
                    <a:pt x="311" y="4375"/>
                  </a:cubicBezTo>
                  <a:lnTo>
                    <a:pt x="3738" y="6474"/>
                  </a:lnTo>
                  <a:cubicBezTo>
                    <a:pt x="3819" y="6528"/>
                    <a:pt x="3900" y="6556"/>
                    <a:pt x="3995" y="6556"/>
                  </a:cubicBezTo>
                  <a:cubicBezTo>
                    <a:pt x="4184" y="6556"/>
                    <a:pt x="4347" y="6460"/>
                    <a:pt x="4442" y="6312"/>
                  </a:cubicBezTo>
                  <a:lnTo>
                    <a:pt x="6541" y="2885"/>
                  </a:lnTo>
                  <a:cubicBezTo>
                    <a:pt x="6622" y="2777"/>
                    <a:pt x="6636" y="2641"/>
                    <a:pt x="6609" y="2506"/>
                  </a:cubicBezTo>
                  <a:cubicBezTo>
                    <a:pt x="6582" y="2370"/>
                    <a:pt x="6501" y="2262"/>
                    <a:pt x="6378" y="2181"/>
                  </a:cubicBezTo>
                  <a:lnTo>
                    <a:pt x="2965" y="82"/>
                  </a:lnTo>
                  <a:cubicBezTo>
                    <a:pt x="2884" y="28"/>
                    <a:pt x="2790" y="1"/>
                    <a:pt x="26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42"/>
          <p:cNvGrpSpPr/>
          <p:nvPr/>
        </p:nvGrpSpPr>
        <p:grpSpPr>
          <a:xfrm>
            <a:off x="815900" y="681625"/>
            <a:ext cx="7512200" cy="179100"/>
            <a:chOff x="815900" y="681625"/>
            <a:chExt cx="7512200" cy="179100"/>
          </a:xfrm>
        </p:grpSpPr>
        <p:sp>
          <p:nvSpPr>
            <p:cNvPr id="535" name="Google Shape;535;p42"/>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2"/>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3"/>
          <p:cNvSpPr txBox="1"/>
          <p:nvPr>
            <p:ph type="title"/>
          </p:nvPr>
        </p:nvSpPr>
        <p:spPr>
          <a:xfrm>
            <a:off x="1388100" y="930075"/>
            <a:ext cx="6367800" cy="328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803 PARAMETERS</a:t>
            </a:r>
            <a:endParaRPr/>
          </a:p>
          <a:p>
            <a:r>
              <a:t>TUNED BY MACHINE LEARNING</a:t>
            </a:r>
          </a:p>
        </p:txBody>
      </p:sp>
      <p:sp>
        <p:nvSpPr>
          <p:cNvPr id="542" name="Google Shape;542;p43"/>
          <p:cNvSpPr/>
          <p:nvPr/>
        </p:nvSpPr>
        <p:spPr>
          <a:xfrm flipH="1" rot="-5400000">
            <a:off x="7553753" y="1597685"/>
            <a:ext cx="1310058" cy="3320287"/>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3"/>
          <p:cNvSpPr/>
          <p:nvPr/>
        </p:nvSpPr>
        <p:spPr>
          <a:xfrm rot="5400000">
            <a:off x="259728" y="1597685"/>
            <a:ext cx="1310058" cy="3320287"/>
          </a:xfrm>
          <a:custGeom>
            <a:rect b="b" l="l" r="r" t="t"/>
            <a:pathLst>
              <a:path extrusionOk="0" h="40711" w="16063">
                <a:moveTo>
                  <a:pt x="8329" y="1"/>
                </a:moveTo>
                <a:cubicBezTo>
                  <a:pt x="7856" y="1"/>
                  <a:pt x="7503" y="14"/>
                  <a:pt x="7260" y="55"/>
                </a:cubicBezTo>
                <a:cubicBezTo>
                  <a:pt x="6704" y="163"/>
                  <a:pt x="6839" y="407"/>
                  <a:pt x="6921" y="515"/>
                </a:cubicBezTo>
                <a:cubicBezTo>
                  <a:pt x="7056" y="718"/>
                  <a:pt x="7233" y="976"/>
                  <a:pt x="7408" y="1219"/>
                </a:cubicBezTo>
                <a:cubicBezTo>
                  <a:pt x="7720" y="1693"/>
                  <a:pt x="7639" y="1842"/>
                  <a:pt x="7585" y="1910"/>
                </a:cubicBezTo>
                <a:cubicBezTo>
                  <a:pt x="7567" y="1927"/>
                  <a:pt x="7543" y="1935"/>
                  <a:pt x="7514" y="1935"/>
                </a:cubicBezTo>
                <a:cubicBezTo>
                  <a:pt x="7319" y="1935"/>
                  <a:pt x="6899" y="1580"/>
                  <a:pt x="6664" y="1368"/>
                </a:cubicBezTo>
                <a:cubicBezTo>
                  <a:pt x="6522" y="1248"/>
                  <a:pt x="6391" y="1168"/>
                  <a:pt x="6299" y="1168"/>
                </a:cubicBezTo>
                <a:cubicBezTo>
                  <a:pt x="6215" y="1168"/>
                  <a:pt x="6162" y="1234"/>
                  <a:pt x="6162" y="1395"/>
                </a:cubicBezTo>
                <a:lnTo>
                  <a:pt x="6162" y="3697"/>
                </a:lnTo>
                <a:cubicBezTo>
                  <a:pt x="6162" y="3831"/>
                  <a:pt x="6213" y="3906"/>
                  <a:pt x="6319" y="3906"/>
                </a:cubicBezTo>
                <a:cubicBezTo>
                  <a:pt x="6417" y="3906"/>
                  <a:pt x="6562" y="3841"/>
                  <a:pt x="6758" y="3697"/>
                </a:cubicBezTo>
                <a:cubicBezTo>
                  <a:pt x="7116" y="3427"/>
                  <a:pt x="7413" y="3207"/>
                  <a:pt x="7532" y="3207"/>
                </a:cubicBezTo>
                <a:cubicBezTo>
                  <a:pt x="7561" y="3207"/>
                  <a:pt x="7579" y="3221"/>
                  <a:pt x="7585" y="3251"/>
                </a:cubicBezTo>
                <a:cubicBezTo>
                  <a:pt x="7598" y="3413"/>
                  <a:pt x="7598" y="3549"/>
                  <a:pt x="7462" y="3711"/>
                </a:cubicBezTo>
                <a:cubicBezTo>
                  <a:pt x="7341" y="3860"/>
                  <a:pt x="7056" y="4158"/>
                  <a:pt x="6866" y="4388"/>
                </a:cubicBezTo>
                <a:cubicBezTo>
                  <a:pt x="6610" y="4699"/>
                  <a:pt x="6812" y="4768"/>
                  <a:pt x="6893" y="4768"/>
                </a:cubicBezTo>
                <a:lnTo>
                  <a:pt x="7354" y="4768"/>
                </a:lnTo>
                <a:lnTo>
                  <a:pt x="7354" y="4808"/>
                </a:lnTo>
                <a:lnTo>
                  <a:pt x="7354" y="5309"/>
                </a:lnTo>
                <a:cubicBezTo>
                  <a:pt x="6880" y="5391"/>
                  <a:pt x="6704" y="6041"/>
                  <a:pt x="7124" y="6230"/>
                </a:cubicBezTo>
                <a:cubicBezTo>
                  <a:pt x="7124" y="6230"/>
                  <a:pt x="3468" y="6691"/>
                  <a:pt x="3427" y="7300"/>
                </a:cubicBezTo>
                <a:cubicBezTo>
                  <a:pt x="3414" y="7747"/>
                  <a:pt x="4564" y="10089"/>
                  <a:pt x="5255" y="11702"/>
                </a:cubicBezTo>
                <a:lnTo>
                  <a:pt x="5255" y="11687"/>
                </a:lnTo>
                <a:cubicBezTo>
                  <a:pt x="5553" y="12365"/>
                  <a:pt x="5702" y="12839"/>
                  <a:pt x="5770" y="13137"/>
                </a:cubicBezTo>
                <a:cubicBezTo>
                  <a:pt x="5566" y="13110"/>
                  <a:pt x="5445" y="13083"/>
                  <a:pt x="5445" y="13083"/>
                </a:cubicBezTo>
                <a:cubicBezTo>
                  <a:pt x="5418" y="13079"/>
                  <a:pt x="5391" y="13077"/>
                  <a:pt x="5364" y="13077"/>
                </a:cubicBezTo>
                <a:cubicBezTo>
                  <a:pt x="5097" y="13077"/>
                  <a:pt x="4857" y="13259"/>
                  <a:pt x="4808" y="13529"/>
                </a:cubicBezTo>
                <a:cubicBezTo>
                  <a:pt x="4768" y="13773"/>
                  <a:pt x="4903" y="14017"/>
                  <a:pt x="5120" y="14112"/>
                </a:cubicBezTo>
                <a:cubicBezTo>
                  <a:pt x="4862" y="14085"/>
                  <a:pt x="4714" y="14058"/>
                  <a:pt x="4714" y="14058"/>
                </a:cubicBezTo>
                <a:cubicBezTo>
                  <a:pt x="4671" y="14052"/>
                  <a:pt x="4629" y="14049"/>
                  <a:pt x="4587" y="14049"/>
                </a:cubicBezTo>
                <a:cubicBezTo>
                  <a:pt x="4162" y="14049"/>
                  <a:pt x="3787" y="14356"/>
                  <a:pt x="3724" y="14775"/>
                </a:cubicBezTo>
                <a:cubicBezTo>
                  <a:pt x="3643" y="15250"/>
                  <a:pt x="3968" y="15696"/>
                  <a:pt x="4443" y="15764"/>
                </a:cubicBezTo>
                <a:cubicBezTo>
                  <a:pt x="4447" y="15769"/>
                  <a:pt x="4452" y="15772"/>
                  <a:pt x="4457" y="15774"/>
                </a:cubicBezTo>
                <a:lnTo>
                  <a:pt x="4457" y="15774"/>
                </a:lnTo>
                <a:cubicBezTo>
                  <a:pt x="4197" y="15749"/>
                  <a:pt x="4050" y="15737"/>
                  <a:pt x="4050" y="15737"/>
                </a:cubicBezTo>
                <a:cubicBezTo>
                  <a:pt x="4008" y="15732"/>
                  <a:pt x="3967" y="15729"/>
                  <a:pt x="3926" y="15729"/>
                </a:cubicBezTo>
                <a:cubicBezTo>
                  <a:pt x="3461" y="15729"/>
                  <a:pt x="3056" y="16077"/>
                  <a:pt x="2993" y="16550"/>
                </a:cubicBezTo>
                <a:cubicBezTo>
                  <a:pt x="2926" y="17064"/>
                  <a:pt x="3291" y="17538"/>
                  <a:pt x="3820" y="17606"/>
                </a:cubicBezTo>
                <a:cubicBezTo>
                  <a:pt x="3860" y="17606"/>
                  <a:pt x="4645" y="17700"/>
                  <a:pt x="5945" y="17769"/>
                </a:cubicBezTo>
                <a:cubicBezTo>
                  <a:pt x="5945" y="17769"/>
                  <a:pt x="5945" y="17863"/>
                  <a:pt x="5960" y="17890"/>
                </a:cubicBezTo>
                <a:cubicBezTo>
                  <a:pt x="6095" y="20788"/>
                  <a:pt x="6135" y="29645"/>
                  <a:pt x="4470" y="32287"/>
                </a:cubicBezTo>
                <a:cubicBezTo>
                  <a:pt x="4437" y="32284"/>
                  <a:pt x="4404" y="32283"/>
                  <a:pt x="4372" y="32283"/>
                </a:cubicBezTo>
                <a:cubicBezTo>
                  <a:pt x="3578" y="32283"/>
                  <a:pt x="2956" y="33072"/>
                  <a:pt x="3372" y="34074"/>
                </a:cubicBezTo>
                <a:cubicBezTo>
                  <a:pt x="1707" y="34141"/>
                  <a:pt x="732" y="35808"/>
                  <a:pt x="2005" y="37054"/>
                </a:cubicBezTo>
                <a:cubicBezTo>
                  <a:pt x="1" y="37960"/>
                  <a:pt x="95" y="39220"/>
                  <a:pt x="2520" y="40006"/>
                </a:cubicBezTo>
                <a:cubicBezTo>
                  <a:pt x="4618" y="40669"/>
                  <a:pt x="7558" y="40710"/>
                  <a:pt x="8329" y="40710"/>
                </a:cubicBezTo>
                <a:lnTo>
                  <a:pt x="9074" y="40710"/>
                </a:lnTo>
                <a:cubicBezTo>
                  <a:pt x="9087" y="40696"/>
                  <a:pt x="9087" y="40696"/>
                  <a:pt x="9101" y="40696"/>
                </a:cubicBezTo>
                <a:lnTo>
                  <a:pt x="9399" y="40696"/>
                </a:lnTo>
                <a:cubicBezTo>
                  <a:pt x="9494" y="40683"/>
                  <a:pt x="9589" y="40683"/>
                  <a:pt x="9697" y="40683"/>
                </a:cubicBezTo>
                <a:lnTo>
                  <a:pt x="9737" y="40683"/>
                </a:lnTo>
                <a:cubicBezTo>
                  <a:pt x="9833" y="40669"/>
                  <a:pt x="9941" y="40669"/>
                  <a:pt x="10049" y="40656"/>
                </a:cubicBezTo>
                <a:lnTo>
                  <a:pt x="10090" y="40656"/>
                </a:lnTo>
                <a:cubicBezTo>
                  <a:pt x="10198" y="40656"/>
                  <a:pt x="10306" y="40642"/>
                  <a:pt x="10415" y="40629"/>
                </a:cubicBezTo>
                <a:lnTo>
                  <a:pt x="10469" y="40629"/>
                </a:lnTo>
                <a:cubicBezTo>
                  <a:pt x="10577" y="40629"/>
                  <a:pt x="10700" y="40615"/>
                  <a:pt x="10808" y="40602"/>
                </a:cubicBezTo>
                <a:lnTo>
                  <a:pt x="10862" y="40602"/>
                </a:lnTo>
                <a:cubicBezTo>
                  <a:pt x="10983" y="40588"/>
                  <a:pt x="11106" y="40575"/>
                  <a:pt x="11214" y="40561"/>
                </a:cubicBezTo>
                <a:lnTo>
                  <a:pt x="11268" y="40561"/>
                </a:lnTo>
                <a:lnTo>
                  <a:pt x="11633" y="40521"/>
                </a:lnTo>
                <a:cubicBezTo>
                  <a:pt x="11661" y="40506"/>
                  <a:pt x="11675" y="40506"/>
                  <a:pt x="11688" y="40506"/>
                </a:cubicBezTo>
                <a:cubicBezTo>
                  <a:pt x="11810" y="40493"/>
                  <a:pt x="11931" y="40479"/>
                  <a:pt x="12067" y="40452"/>
                </a:cubicBezTo>
                <a:lnTo>
                  <a:pt x="12108" y="40452"/>
                </a:lnTo>
                <a:cubicBezTo>
                  <a:pt x="12243" y="40425"/>
                  <a:pt x="12365" y="40412"/>
                  <a:pt x="12487" y="40385"/>
                </a:cubicBezTo>
                <a:lnTo>
                  <a:pt x="12541" y="40385"/>
                </a:lnTo>
                <a:cubicBezTo>
                  <a:pt x="12663" y="40358"/>
                  <a:pt x="12785" y="40331"/>
                  <a:pt x="12921" y="40304"/>
                </a:cubicBezTo>
                <a:lnTo>
                  <a:pt x="12948" y="40304"/>
                </a:lnTo>
                <a:cubicBezTo>
                  <a:pt x="13083" y="40277"/>
                  <a:pt x="13204" y="40250"/>
                  <a:pt x="13327" y="40223"/>
                </a:cubicBezTo>
                <a:cubicBezTo>
                  <a:pt x="13340" y="40223"/>
                  <a:pt x="13354" y="40209"/>
                  <a:pt x="13354" y="40209"/>
                </a:cubicBezTo>
                <a:cubicBezTo>
                  <a:pt x="13489" y="40181"/>
                  <a:pt x="13611" y="40154"/>
                  <a:pt x="13746" y="40114"/>
                </a:cubicBezTo>
                <a:lnTo>
                  <a:pt x="13760" y="40114"/>
                </a:lnTo>
                <a:cubicBezTo>
                  <a:pt x="13882" y="40073"/>
                  <a:pt x="14017" y="40033"/>
                  <a:pt x="14139" y="40006"/>
                </a:cubicBezTo>
                <a:cubicBezTo>
                  <a:pt x="14519" y="39883"/>
                  <a:pt x="14844" y="39748"/>
                  <a:pt x="15100" y="39600"/>
                </a:cubicBezTo>
                <a:cubicBezTo>
                  <a:pt x="15737" y="39261"/>
                  <a:pt x="16062" y="38868"/>
                  <a:pt x="16062" y="38475"/>
                </a:cubicBezTo>
                <a:cubicBezTo>
                  <a:pt x="16062" y="38408"/>
                  <a:pt x="16062" y="38340"/>
                  <a:pt x="16048" y="38272"/>
                </a:cubicBezTo>
                <a:cubicBezTo>
                  <a:pt x="16035" y="38245"/>
                  <a:pt x="16021" y="38204"/>
                  <a:pt x="16008" y="38177"/>
                </a:cubicBezTo>
                <a:cubicBezTo>
                  <a:pt x="15967" y="38042"/>
                  <a:pt x="15873" y="37920"/>
                  <a:pt x="15765" y="37785"/>
                </a:cubicBezTo>
                <a:cubicBezTo>
                  <a:pt x="15521" y="37527"/>
                  <a:pt x="15155" y="37283"/>
                  <a:pt x="14654" y="37054"/>
                </a:cubicBezTo>
                <a:cubicBezTo>
                  <a:pt x="14817" y="36891"/>
                  <a:pt x="14952" y="36729"/>
                  <a:pt x="15046" y="36579"/>
                </a:cubicBezTo>
                <a:cubicBezTo>
                  <a:pt x="15087" y="36498"/>
                  <a:pt x="15127" y="36417"/>
                  <a:pt x="15155" y="36335"/>
                </a:cubicBezTo>
                <a:cubicBezTo>
                  <a:pt x="15344" y="35862"/>
                  <a:pt x="15209" y="35387"/>
                  <a:pt x="14911" y="34995"/>
                </a:cubicBezTo>
                <a:cubicBezTo>
                  <a:pt x="14857" y="34941"/>
                  <a:pt x="14802" y="34873"/>
                  <a:pt x="14735" y="34818"/>
                </a:cubicBezTo>
                <a:cubicBezTo>
                  <a:pt x="14532" y="34602"/>
                  <a:pt x="14261" y="34426"/>
                  <a:pt x="13963" y="34291"/>
                </a:cubicBezTo>
                <a:cubicBezTo>
                  <a:pt x="13882" y="34250"/>
                  <a:pt x="13800" y="34210"/>
                  <a:pt x="13706" y="34183"/>
                </a:cubicBezTo>
                <a:cubicBezTo>
                  <a:pt x="13571" y="34141"/>
                  <a:pt x="13435" y="34101"/>
                  <a:pt x="13286" y="34074"/>
                </a:cubicBezTo>
                <a:cubicBezTo>
                  <a:pt x="13313" y="34006"/>
                  <a:pt x="13340" y="33939"/>
                  <a:pt x="13354" y="33885"/>
                </a:cubicBezTo>
                <a:cubicBezTo>
                  <a:pt x="13394" y="33749"/>
                  <a:pt x="13408" y="33627"/>
                  <a:pt x="13421" y="33518"/>
                </a:cubicBezTo>
                <a:cubicBezTo>
                  <a:pt x="13447" y="32796"/>
                  <a:pt x="12932" y="32283"/>
                  <a:pt x="12286" y="32283"/>
                </a:cubicBezTo>
                <a:cubicBezTo>
                  <a:pt x="12254" y="32283"/>
                  <a:pt x="12222" y="32284"/>
                  <a:pt x="12189" y="32287"/>
                </a:cubicBezTo>
                <a:cubicBezTo>
                  <a:pt x="11579" y="31324"/>
                  <a:pt x="11200" y="29510"/>
                  <a:pt x="10956" y="27465"/>
                </a:cubicBezTo>
                <a:cubicBezTo>
                  <a:pt x="10808" y="26165"/>
                  <a:pt x="10727" y="24770"/>
                  <a:pt x="10685" y="23430"/>
                </a:cubicBezTo>
                <a:cubicBezTo>
                  <a:pt x="10672" y="23050"/>
                  <a:pt x="10658" y="22671"/>
                  <a:pt x="10645" y="22305"/>
                </a:cubicBezTo>
                <a:cubicBezTo>
                  <a:pt x="10618" y="20382"/>
                  <a:pt x="10658" y="18690"/>
                  <a:pt x="10713" y="17755"/>
                </a:cubicBezTo>
                <a:cubicBezTo>
                  <a:pt x="11850" y="17687"/>
                  <a:pt x="12541" y="17606"/>
                  <a:pt x="12596" y="17606"/>
                </a:cubicBezTo>
                <a:cubicBezTo>
                  <a:pt x="13110" y="17538"/>
                  <a:pt x="13475" y="17064"/>
                  <a:pt x="13408" y="16550"/>
                </a:cubicBezTo>
                <a:cubicBezTo>
                  <a:pt x="13358" y="16077"/>
                  <a:pt x="12953" y="15729"/>
                  <a:pt x="12488" y="15729"/>
                </a:cubicBezTo>
                <a:cubicBezTo>
                  <a:pt x="12448" y="15729"/>
                  <a:pt x="12406" y="15732"/>
                  <a:pt x="12365" y="15737"/>
                </a:cubicBezTo>
                <a:cubicBezTo>
                  <a:pt x="12353" y="15737"/>
                  <a:pt x="12223" y="15748"/>
                  <a:pt x="11989" y="15772"/>
                </a:cubicBezTo>
                <a:lnTo>
                  <a:pt x="11989" y="15772"/>
                </a:lnTo>
                <a:cubicBezTo>
                  <a:pt x="12447" y="15677"/>
                  <a:pt x="12757" y="15253"/>
                  <a:pt x="12690" y="14789"/>
                </a:cubicBezTo>
                <a:cubicBezTo>
                  <a:pt x="12616" y="14357"/>
                  <a:pt x="12250" y="14049"/>
                  <a:pt x="11827" y="14049"/>
                </a:cubicBezTo>
                <a:cubicBezTo>
                  <a:pt x="11786" y="14049"/>
                  <a:pt x="11744" y="14052"/>
                  <a:pt x="11702" y="14058"/>
                </a:cubicBezTo>
                <a:cubicBezTo>
                  <a:pt x="11702" y="14058"/>
                  <a:pt x="11552" y="14085"/>
                  <a:pt x="11295" y="14112"/>
                </a:cubicBezTo>
                <a:cubicBezTo>
                  <a:pt x="11512" y="14004"/>
                  <a:pt x="11633" y="13773"/>
                  <a:pt x="11593" y="13529"/>
                </a:cubicBezTo>
                <a:cubicBezTo>
                  <a:pt x="11545" y="13264"/>
                  <a:pt x="11314" y="13074"/>
                  <a:pt x="11063" y="13074"/>
                </a:cubicBezTo>
                <a:cubicBezTo>
                  <a:pt x="11032" y="13074"/>
                  <a:pt x="11001" y="13077"/>
                  <a:pt x="10970" y="13083"/>
                </a:cubicBezTo>
                <a:cubicBezTo>
                  <a:pt x="10956" y="13083"/>
                  <a:pt x="10943" y="13096"/>
                  <a:pt x="10889" y="13096"/>
                </a:cubicBezTo>
                <a:cubicBezTo>
                  <a:pt x="10943" y="12812"/>
                  <a:pt x="11187" y="12202"/>
                  <a:pt x="11498" y="11485"/>
                </a:cubicBezTo>
                <a:lnTo>
                  <a:pt x="11702" y="11037"/>
                </a:lnTo>
                <a:cubicBezTo>
                  <a:pt x="11837" y="10726"/>
                  <a:pt x="11973" y="10414"/>
                  <a:pt x="12121" y="10089"/>
                </a:cubicBezTo>
                <a:cubicBezTo>
                  <a:pt x="12229" y="9860"/>
                  <a:pt x="12338" y="9629"/>
                  <a:pt x="12433" y="9399"/>
                </a:cubicBezTo>
                <a:cubicBezTo>
                  <a:pt x="12473" y="9318"/>
                  <a:pt x="12500" y="9250"/>
                  <a:pt x="12541" y="9168"/>
                </a:cubicBezTo>
                <a:cubicBezTo>
                  <a:pt x="12609" y="9020"/>
                  <a:pt x="12663" y="8885"/>
                  <a:pt x="12731" y="8735"/>
                </a:cubicBezTo>
                <a:lnTo>
                  <a:pt x="12812" y="8533"/>
                </a:lnTo>
                <a:cubicBezTo>
                  <a:pt x="12866" y="8397"/>
                  <a:pt x="12921" y="8275"/>
                  <a:pt x="12975" y="8153"/>
                </a:cubicBezTo>
                <a:cubicBezTo>
                  <a:pt x="12988" y="8099"/>
                  <a:pt x="13015" y="8045"/>
                  <a:pt x="13029" y="7991"/>
                </a:cubicBezTo>
                <a:cubicBezTo>
                  <a:pt x="13137" y="7720"/>
                  <a:pt x="13204" y="7503"/>
                  <a:pt x="13218" y="7368"/>
                </a:cubicBezTo>
                <a:cubicBezTo>
                  <a:pt x="13231" y="7341"/>
                  <a:pt x="13231" y="7327"/>
                  <a:pt x="13231" y="7300"/>
                </a:cubicBezTo>
                <a:cubicBezTo>
                  <a:pt x="13218" y="7232"/>
                  <a:pt x="13164" y="7151"/>
                  <a:pt x="13056" y="7083"/>
                </a:cubicBezTo>
                <a:cubicBezTo>
                  <a:pt x="12934" y="6989"/>
                  <a:pt x="12731" y="6907"/>
                  <a:pt x="12500" y="6826"/>
                </a:cubicBezTo>
                <a:cubicBezTo>
                  <a:pt x="12460" y="6812"/>
                  <a:pt x="12406" y="6799"/>
                  <a:pt x="12352" y="6785"/>
                </a:cubicBezTo>
                <a:cubicBezTo>
                  <a:pt x="12256" y="6758"/>
                  <a:pt x="12148" y="6718"/>
                  <a:pt x="12040" y="6691"/>
                </a:cubicBezTo>
                <a:lnTo>
                  <a:pt x="11715" y="6609"/>
                </a:lnTo>
                <a:cubicBezTo>
                  <a:pt x="10685" y="6379"/>
                  <a:pt x="9535" y="6230"/>
                  <a:pt x="9535" y="6230"/>
                </a:cubicBezTo>
                <a:cubicBezTo>
                  <a:pt x="9683" y="6189"/>
                  <a:pt x="9765" y="6054"/>
                  <a:pt x="9765" y="5905"/>
                </a:cubicBezTo>
                <a:cubicBezTo>
                  <a:pt x="9779" y="5878"/>
                  <a:pt x="9765" y="5851"/>
                  <a:pt x="9765" y="5837"/>
                </a:cubicBezTo>
                <a:cubicBezTo>
                  <a:pt x="9752" y="5647"/>
                  <a:pt x="9656" y="5458"/>
                  <a:pt x="9467" y="5363"/>
                </a:cubicBezTo>
                <a:cubicBezTo>
                  <a:pt x="9427" y="5336"/>
                  <a:pt x="9358" y="5309"/>
                  <a:pt x="9304" y="5309"/>
                </a:cubicBezTo>
                <a:lnTo>
                  <a:pt x="9304" y="4768"/>
                </a:lnTo>
                <a:lnTo>
                  <a:pt x="9765" y="4768"/>
                </a:lnTo>
                <a:cubicBezTo>
                  <a:pt x="9765" y="4768"/>
                  <a:pt x="9914" y="4741"/>
                  <a:pt x="9887" y="4591"/>
                </a:cubicBezTo>
                <a:cubicBezTo>
                  <a:pt x="9873" y="4537"/>
                  <a:pt x="9846" y="4470"/>
                  <a:pt x="9779" y="4388"/>
                </a:cubicBezTo>
                <a:cubicBezTo>
                  <a:pt x="9697" y="4266"/>
                  <a:pt x="9602" y="4145"/>
                  <a:pt x="9508" y="4036"/>
                </a:cubicBezTo>
                <a:cubicBezTo>
                  <a:pt x="9385" y="3901"/>
                  <a:pt x="9264" y="3778"/>
                  <a:pt x="9183" y="3684"/>
                </a:cubicBezTo>
                <a:cubicBezTo>
                  <a:pt x="9169" y="3670"/>
                  <a:pt x="9156" y="3643"/>
                  <a:pt x="9129" y="3630"/>
                </a:cubicBezTo>
                <a:cubicBezTo>
                  <a:pt x="9074" y="3549"/>
                  <a:pt x="9074" y="3372"/>
                  <a:pt x="9074" y="3251"/>
                </a:cubicBezTo>
                <a:cubicBezTo>
                  <a:pt x="9089" y="3248"/>
                  <a:pt x="9106" y="3246"/>
                  <a:pt x="9125" y="3246"/>
                </a:cubicBezTo>
                <a:cubicBezTo>
                  <a:pt x="9288" y="3246"/>
                  <a:pt x="9617" y="3353"/>
                  <a:pt x="9968" y="3643"/>
                </a:cubicBezTo>
                <a:cubicBezTo>
                  <a:pt x="10104" y="3778"/>
                  <a:pt x="10212" y="3847"/>
                  <a:pt x="10306" y="3874"/>
                </a:cubicBezTo>
                <a:cubicBezTo>
                  <a:pt x="10333" y="3887"/>
                  <a:pt x="10360" y="3887"/>
                  <a:pt x="10375" y="3901"/>
                </a:cubicBezTo>
                <a:cubicBezTo>
                  <a:pt x="10415" y="3901"/>
                  <a:pt x="10456" y="3874"/>
                  <a:pt x="10469" y="3847"/>
                </a:cubicBezTo>
                <a:cubicBezTo>
                  <a:pt x="10496" y="3806"/>
                  <a:pt x="10496" y="3765"/>
                  <a:pt x="10496" y="3697"/>
                </a:cubicBezTo>
                <a:lnTo>
                  <a:pt x="10496" y="1328"/>
                </a:lnTo>
                <a:cubicBezTo>
                  <a:pt x="10496" y="1246"/>
                  <a:pt x="10483" y="1192"/>
                  <a:pt x="10456" y="1165"/>
                </a:cubicBezTo>
                <a:cubicBezTo>
                  <a:pt x="10434" y="1149"/>
                  <a:pt x="10409" y="1141"/>
                  <a:pt x="10381" y="1141"/>
                </a:cubicBezTo>
                <a:cubicBezTo>
                  <a:pt x="10338" y="1141"/>
                  <a:pt x="10288" y="1159"/>
                  <a:pt x="10239" y="1192"/>
                </a:cubicBezTo>
                <a:cubicBezTo>
                  <a:pt x="10198" y="1219"/>
                  <a:pt x="10144" y="1274"/>
                  <a:pt x="10090" y="1328"/>
                </a:cubicBezTo>
                <a:cubicBezTo>
                  <a:pt x="10062" y="1355"/>
                  <a:pt x="10049" y="1395"/>
                  <a:pt x="10022" y="1422"/>
                </a:cubicBezTo>
                <a:cubicBezTo>
                  <a:pt x="9995" y="1463"/>
                  <a:pt x="9954" y="1517"/>
                  <a:pt x="9887" y="1572"/>
                </a:cubicBezTo>
                <a:cubicBezTo>
                  <a:pt x="9710" y="1720"/>
                  <a:pt x="9454" y="1869"/>
                  <a:pt x="9277" y="1924"/>
                </a:cubicBezTo>
                <a:cubicBezTo>
                  <a:pt x="9250" y="1937"/>
                  <a:pt x="9237" y="1937"/>
                  <a:pt x="9210" y="1951"/>
                </a:cubicBezTo>
                <a:lnTo>
                  <a:pt x="9114" y="1951"/>
                </a:lnTo>
                <a:cubicBezTo>
                  <a:pt x="9101" y="1951"/>
                  <a:pt x="9087" y="1924"/>
                  <a:pt x="9074" y="1910"/>
                </a:cubicBezTo>
                <a:cubicBezTo>
                  <a:pt x="9060" y="1720"/>
                  <a:pt x="9033" y="1517"/>
                  <a:pt x="9250" y="1219"/>
                </a:cubicBezTo>
                <a:cubicBezTo>
                  <a:pt x="9277" y="1192"/>
                  <a:pt x="9318" y="1151"/>
                  <a:pt x="9345" y="1111"/>
                </a:cubicBezTo>
                <a:cubicBezTo>
                  <a:pt x="9521" y="853"/>
                  <a:pt x="9752" y="555"/>
                  <a:pt x="9792" y="366"/>
                </a:cubicBezTo>
                <a:cubicBezTo>
                  <a:pt x="9806" y="326"/>
                  <a:pt x="9806" y="298"/>
                  <a:pt x="9806" y="271"/>
                </a:cubicBezTo>
                <a:cubicBezTo>
                  <a:pt x="9806" y="244"/>
                  <a:pt x="9792" y="230"/>
                  <a:pt x="9779" y="203"/>
                </a:cubicBezTo>
                <a:cubicBezTo>
                  <a:pt x="9765" y="190"/>
                  <a:pt x="9752" y="176"/>
                  <a:pt x="9737" y="176"/>
                </a:cubicBezTo>
                <a:cubicBezTo>
                  <a:pt x="9724" y="163"/>
                  <a:pt x="9724" y="149"/>
                  <a:pt x="9710" y="149"/>
                </a:cubicBezTo>
                <a:lnTo>
                  <a:pt x="9629" y="109"/>
                </a:lnTo>
                <a:cubicBezTo>
                  <a:pt x="9616" y="109"/>
                  <a:pt x="9602" y="109"/>
                  <a:pt x="9589" y="95"/>
                </a:cubicBezTo>
                <a:cubicBezTo>
                  <a:pt x="9562" y="82"/>
                  <a:pt x="9521" y="82"/>
                  <a:pt x="9467" y="68"/>
                </a:cubicBezTo>
                <a:lnTo>
                  <a:pt x="9440" y="68"/>
                </a:lnTo>
                <a:cubicBezTo>
                  <a:pt x="9385" y="55"/>
                  <a:pt x="9331" y="41"/>
                  <a:pt x="9277" y="41"/>
                </a:cubicBezTo>
                <a:lnTo>
                  <a:pt x="9250" y="41"/>
                </a:lnTo>
                <a:cubicBezTo>
                  <a:pt x="9183" y="28"/>
                  <a:pt x="9101" y="28"/>
                  <a:pt x="9033" y="14"/>
                </a:cubicBezTo>
                <a:lnTo>
                  <a:pt x="9006" y="14"/>
                </a:lnTo>
                <a:cubicBezTo>
                  <a:pt x="8925" y="14"/>
                  <a:pt x="8844" y="14"/>
                  <a:pt x="87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3"/>
          <p:cNvSpPr/>
          <p:nvPr/>
        </p:nvSpPr>
        <p:spPr>
          <a:xfrm>
            <a:off x="720001" y="1256374"/>
            <a:ext cx="884812" cy="1310042"/>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3"/>
          <p:cNvSpPr/>
          <p:nvPr/>
        </p:nvSpPr>
        <p:spPr>
          <a:xfrm rot="10800000">
            <a:off x="7539176" y="1256374"/>
            <a:ext cx="884812" cy="1310042"/>
          </a:xfrm>
          <a:custGeom>
            <a:rect b="b" l="l" r="r" t="t"/>
            <a:pathLst>
              <a:path extrusionOk="0" h="13815" w="9331">
                <a:moveTo>
                  <a:pt x="4456" y="1"/>
                </a:moveTo>
                <a:lnTo>
                  <a:pt x="3128" y="14"/>
                </a:lnTo>
                <a:lnTo>
                  <a:pt x="3128" y="461"/>
                </a:lnTo>
                <a:lnTo>
                  <a:pt x="2830" y="461"/>
                </a:lnTo>
                <a:lnTo>
                  <a:pt x="2830" y="14"/>
                </a:lnTo>
                <a:lnTo>
                  <a:pt x="1043" y="14"/>
                </a:lnTo>
                <a:lnTo>
                  <a:pt x="1043" y="1314"/>
                </a:lnTo>
                <a:cubicBezTo>
                  <a:pt x="1043" y="1314"/>
                  <a:pt x="1747" y="1720"/>
                  <a:pt x="1882" y="1734"/>
                </a:cubicBezTo>
                <a:cubicBezTo>
                  <a:pt x="1626" y="1747"/>
                  <a:pt x="1503" y="2018"/>
                  <a:pt x="2018" y="2059"/>
                </a:cubicBezTo>
                <a:cubicBezTo>
                  <a:pt x="2018" y="2059"/>
                  <a:pt x="2384" y="7002"/>
                  <a:pt x="1301" y="9643"/>
                </a:cubicBezTo>
                <a:cubicBezTo>
                  <a:pt x="759" y="10956"/>
                  <a:pt x="1" y="11377"/>
                  <a:pt x="732" y="11918"/>
                </a:cubicBezTo>
                <a:lnTo>
                  <a:pt x="732" y="12162"/>
                </a:lnTo>
                <a:lnTo>
                  <a:pt x="732" y="12229"/>
                </a:lnTo>
                <a:lnTo>
                  <a:pt x="732" y="12433"/>
                </a:lnTo>
                <a:lnTo>
                  <a:pt x="732" y="12500"/>
                </a:lnTo>
                <a:cubicBezTo>
                  <a:pt x="732" y="12500"/>
                  <a:pt x="55" y="12690"/>
                  <a:pt x="55" y="13069"/>
                </a:cubicBezTo>
                <a:cubicBezTo>
                  <a:pt x="55" y="13448"/>
                  <a:pt x="501" y="13800"/>
                  <a:pt x="4497" y="13814"/>
                </a:cubicBezTo>
                <a:lnTo>
                  <a:pt x="4781" y="13814"/>
                </a:lnTo>
                <a:cubicBezTo>
                  <a:pt x="8220" y="13800"/>
                  <a:pt x="9331" y="13421"/>
                  <a:pt x="9168" y="12988"/>
                </a:cubicBezTo>
                <a:cubicBezTo>
                  <a:pt x="9020" y="12581"/>
                  <a:pt x="8275" y="12473"/>
                  <a:pt x="8275" y="12473"/>
                </a:cubicBezTo>
                <a:lnTo>
                  <a:pt x="8275" y="12446"/>
                </a:lnTo>
                <a:lnTo>
                  <a:pt x="8275" y="12338"/>
                </a:lnTo>
                <a:lnTo>
                  <a:pt x="8275" y="12310"/>
                </a:lnTo>
                <a:lnTo>
                  <a:pt x="8275" y="11985"/>
                </a:lnTo>
                <a:lnTo>
                  <a:pt x="8275" y="11904"/>
                </a:lnTo>
                <a:cubicBezTo>
                  <a:pt x="8830" y="11688"/>
                  <a:pt x="8843" y="11214"/>
                  <a:pt x="7991" y="10022"/>
                </a:cubicBezTo>
                <a:cubicBezTo>
                  <a:pt x="6853" y="8424"/>
                  <a:pt x="6609" y="3454"/>
                  <a:pt x="6731" y="2045"/>
                </a:cubicBezTo>
                <a:cubicBezTo>
                  <a:pt x="7029" y="1951"/>
                  <a:pt x="6920" y="1788"/>
                  <a:pt x="6745" y="1720"/>
                </a:cubicBezTo>
                <a:cubicBezTo>
                  <a:pt x="6826" y="1680"/>
                  <a:pt x="7097" y="1517"/>
                  <a:pt x="7287" y="1409"/>
                </a:cubicBezTo>
                <a:cubicBezTo>
                  <a:pt x="7381" y="1341"/>
                  <a:pt x="7449" y="1301"/>
                  <a:pt x="7449" y="1301"/>
                </a:cubicBezTo>
                <a:lnTo>
                  <a:pt x="7449" y="1"/>
                </a:lnTo>
                <a:lnTo>
                  <a:pt x="5824" y="1"/>
                </a:lnTo>
                <a:lnTo>
                  <a:pt x="5824" y="407"/>
                </a:lnTo>
                <a:lnTo>
                  <a:pt x="5607" y="407"/>
                </a:lnTo>
                <a:lnTo>
                  <a:pt x="55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3"/>
          <p:cNvSpPr/>
          <p:nvPr/>
        </p:nvSpPr>
        <p:spPr>
          <a:xfrm>
            <a:off x="38122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3"/>
          <p:cNvSpPr/>
          <p:nvPr/>
        </p:nvSpPr>
        <p:spPr>
          <a:xfrm>
            <a:off x="44824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3"/>
          <p:cNvSpPr/>
          <p:nvPr/>
        </p:nvSpPr>
        <p:spPr>
          <a:xfrm>
            <a:off x="51526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3"/>
          <p:cNvSpPr/>
          <p:nvPr/>
        </p:nvSpPr>
        <p:spPr>
          <a:xfrm>
            <a:off x="38122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3"/>
          <p:cNvSpPr/>
          <p:nvPr/>
        </p:nvSpPr>
        <p:spPr>
          <a:xfrm>
            <a:off x="44824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3"/>
          <p:cNvSpPr/>
          <p:nvPr/>
        </p:nvSpPr>
        <p:spPr>
          <a:xfrm>
            <a:off x="51526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4"/>
          <p:cNvSpPr txBox="1"/>
          <p:nvPr>
            <p:ph type="title"/>
          </p:nvPr>
        </p:nvSpPr>
        <p:spPr>
          <a:xfrm>
            <a:off x="2549400" y="3413302"/>
            <a:ext cx="4045200" cy="52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THE TEXEL TUNING METHOD</a:t>
            </a:r>
            <a:endParaRPr/>
          </a:p>
        </p:txBody>
      </p:sp>
      <p:sp>
        <p:nvSpPr>
          <p:cNvPr id="557" name="Google Shape;557;p44"/>
          <p:cNvSpPr txBox="1"/>
          <p:nvPr>
            <p:ph idx="1" type="subTitle"/>
          </p:nvPr>
        </p:nvSpPr>
        <p:spPr>
          <a:xfrm>
            <a:off x="2159400" y="1207588"/>
            <a:ext cx="4825200" cy="201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"The key insight of Texel Tuning is that evaluation parameters can be optimized by minimizing the difference between the engine's predicted game outcome and the actual result, using gradient-based optimization on large datasets of positions."</a:t>
            </a:r>
            <a:endParaRPr/>
          </a:p>
        </p:txBody>
      </p:sp>
      <p:sp>
        <p:nvSpPr>
          <p:cNvPr id="558" name="Google Shape;558;p44"/>
          <p:cNvSpPr/>
          <p:nvPr/>
        </p:nvSpPr>
        <p:spPr>
          <a:xfrm>
            <a:off x="38122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4"/>
          <p:cNvSpPr/>
          <p:nvPr/>
        </p:nvSpPr>
        <p:spPr>
          <a:xfrm>
            <a:off x="44824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4"/>
          <p:cNvSpPr/>
          <p:nvPr/>
        </p:nvSpPr>
        <p:spPr>
          <a:xfrm>
            <a:off x="5152625" y="7436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4"/>
          <p:cNvSpPr/>
          <p:nvPr/>
        </p:nvSpPr>
        <p:spPr>
          <a:xfrm>
            <a:off x="38122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4"/>
          <p:cNvSpPr/>
          <p:nvPr/>
        </p:nvSpPr>
        <p:spPr>
          <a:xfrm>
            <a:off x="44824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4"/>
          <p:cNvSpPr/>
          <p:nvPr/>
        </p:nvSpPr>
        <p:spPr>
          <a:xfrm>
            <a:off x="5152625" y="422080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7" name="Shape 567"/>
        <p:cNvGrpSpPr/>
        <p:nvPr/>
      </p:nvGrpSpPr>
      <p:grpSpPr>
        <a:xfrm>
          <a:off x="0" y="0"/>
          <a:ext cx="0" cy="0"/>
          <a:chOff x="0" y="0"/>
          <a:chExt cx="0" cy="0"/>
        </a:xfrm>
      </p:grpSpPr>
      <p:sp>
        <p:nvSpPr>
          <p:cNvPr id="568" name="Google Shape;568;p45"/>
          <p:cNvSpPr txBox="1"/>
          <p:nvPr>
            <p:ph idx="1" type="body"/>
          </p:nvPr>
        </p:nvSpPr>
        <p:spPr>
          <a:xfrm>
            <a:off x="947925" y="922700"/>
            <a:ext cx="3265500" cy="112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CHESS ENGINE UI — INTERACTIVE PYGAME INTERFACE</a:t>
            </a:r>
            <a:endParaRPr/>
          </a:p>
        </p:txBody>
      </p:sp>
      <p:sp>
        <p:nvSpPr>
          <p:cNvPr id="569" name="Google Shape;569;p45"/>
          <p:cNvSpPr/>
          <p:nvPr/>
        </p:nvSpPr>
        <p:spPr>
          <a:xfrm>
            <a:off x="1022000" y="7436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5"/>
          <p:cNvSpPr/>
          <p:nvPr/>
        </p:nvSpPr>
        <p:spPr>
          <a:xfrm>
            <a:off x="1692200" y="7436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5"/>
          <p:cNvSpPr/>
          <p:nvPr/>
        </p:nvSpPr>
        <p:spPr>
          <a:xfrm>
            <a:off x="2362400" y="7436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5"/>
          <p:cNvSpPr/>
          <p:nvPr/>
        </p:nvSpPr>
        <p:spPr>
          <a:xfrm>
            <a:off x="1022000" y="20450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5"/>
          <p:cNvSpPr/>
          <p:nvPr/>
        </p:nvSpPr>
        <p:spPr>
          <a:xfrm>
            <a:off x="1692200" y="20450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5"/>
          <p:cNvSpPr/>
          <p:nvPr/>
        </p:nvSpPr>
        <p:spPr>
          <a:xfrm>
            <a:off x="2362400" y="2045000"/>
            <a:ext cx="179100" cy="1791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USER INTERFACE FEATURES</a:t>
            </a:r>
            <a:endParaRPr/>
          </a:p>
        </p:txBody>
      </p:sp>
      <p:sp>
        <p:nvSpPr>
          <p:cNvPr id="580" name="Google Shape;580;p46"/>
          <p:cNvSpPr txBox="1"/>
          <p:nvPr>
            <p:ph idx="1" type="subTitle"/>
          </p:nvPr>
        </p:nvSpPr>
        <p:spPr>
          <a:xfrm>
            <a:off x="1385225" y="2356575"/>
            <a:ext cx="3088200" cy="119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Full Pygame GUI with drag-and-drop piece movement, legal move highlighting, animated evaluation bar, chess clocks, premove support, captured pieces display, promotion popup, and game-over detection. Non-blocking engine search via threading.</a:t>
            </a:r>
            <a:endParaRPr/>
          </a:p>
        </p:txBody>
      </p:sp>
      <p:pic>
        <p:nvPicPr>
          <p:cNvPr id="581" name="Google Shape;581;p46"/>
          <p:cNvPicPr preferRelativeResize="0"/>
          <p:nvPr/>
        </p:nvPicPr>
        <p:blipFill rotWithShape="1">
          <a:blip r:embed="rId3">
            <a:alphaModFix/>
          </a:blip>
          <a:srcRect b="1059" l="16992" r="16992" t="0"/>
          <a:stretch/>
        </p:blipFill>
        <p:spPr>
          <a:xfrm>
            <a:off x="4976000" y="1612300"/>
            <a:ext cx="2685550" cy="2685550"/>
          </a:xfrm>
          <a:prstGeom prst="rect">
            <a:avLst/>
          </a:prstGeom>
          <a:noFill/>
          <a:ln>
            <a:noFill/>
          </a:ln>
        </p:spPr>
      </p:pic>
      <p:pic>
        <p:nvPicPr>
          <p:cNvPr id="582" name="Google Shape;582;p46"/>
          <p:cNvPicPr preferRelativeResize="0"/>
          <p:nvPr/>
        </p:nvPicPr>
        <p:blipFill rotWithShape="1">
          <a:blip r:embed="rId4">
            <a:alphaModFix amt="65000"/>
          </a:blip>
          <a:srcRect b="1059" l="16992" r="16992" t="0"/>
          <a:stretch/>
        </p:blipFill>
        <p:spPr>
          <a:xfrm>
            <a:off x="4976000" y="1612300"/>
            <a:ext cx="2685550" cy="2685550"/>
          </a:xfrm>
          <a:prstGeom prst="rect">
            <a:avLst/>
          </a:prstGeom>
          <a:noFill/>
          <a:ln>
            <a:noFill/>
          </a:ln>
        </p:spPr>
      </p:pic>
      <p:sp>
        <p:nvSpPr>
          <p:cNvPr id="583" name="Google Shape;583;p46"/>
          <p:cNvSpPr/>
          <p:nvPr/>
        </p:nvSpPr>
        <p:spPr>
          <a:xfrm>
            <a:off x="4772851" y="1392800"/>
            <a:ext cx="431400" cy="431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6"/>
          <p:cNvSpPr/>
          <p:nvPr/>
        </p:nvSpPr>
        <p:spPr>
          <a:xfrm>
            <a:off x="7461326" y="1392800"/>
            <a:ext cx="431400" cy="43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6"/>
          <p:cNvSpPr/>
          <p:nvPr/>
        </p:nvSpPr>
        <p:spPr>
          <a:xfrm>
            <a:off x="4758839" y="4045050"/>
            <a:ext cx="431400" cy="43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6"/>
          <p:cNvSpPr/>
          <p:nvPr/>
        </p:nvSpPr>
        <p:spPr>
          <a:xfrm>
            <a:off x="7447314" y="4045050"/>
            <a:ext cx="431400" cy="431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7" name="Google Shape;587;p46"/>
          <p:cNvGrpSpPr/>
          <p:nvPr/>
        </p:nvGrpSpPr>
        <p:grpSpPr>
          <a:xfrm>
            <a:off x="815900" y="681625"/>
            <a:ext cx="7512200" cy="179100"/>
            <a:chOff x="815900" y="681625"/>
            <a:chExt cx="7512200" cy="179100"/>
          </a:xfrm>
        </p:grpSpPr>
        <p:sp>
          <p:nvSpPr>
            <p:cNvPr id="588" name="Google Shape;588;p46"/>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6"/>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7"/>
          <p:cNvSpPr txBox="1"/>
          <p:nvPr>
            <p:ph type="title"/>
          </p:nvPr>
        </p:nvSpPr>
        <p:spPr>
          <a:xfrm>
            <a:off x="3185300" y="870475"/>
            <a:ext cx="5238600" cy="1963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50,000+</a:t>
            </a:r>
            <a:endParaRPr/>
          </a:p>
        </p:txBody>
      </p:sp>
      <p:sp>
        <p:nvSpPr>
          <p:cNvPr id="595" name="Google Shape;595;p47"/>
          <p:cNvSpPr txBox="1"/>
          <p:nvPr>
            <p:ph idx="1" type="subTitle"/>
          </p:nvPr>
        </p:nvSpPr>
        <p:spPr>
          <a:xfrm>
            <a:off x="5458800" y="2765788"/>
            <a:ext cx="2965200" cy="67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Stockfish-evaluated positions used to train the Texel Tuning system.</a:t>
            </a:r>
            <a:endParaRPr/>
          </a:p>
          <a:p>
            <a:r>
              <a:t>Each position evaluated at depth 12 with strict quiescence filtering.</a:t>
            </a:r>
          </a:p>
        </p:txBody>
      </p:sp>
      <p:sp>
        <p:nvSpPr>
          <p:cNvPr id="596" name="Google Shape;596;p47"/>
          <p:cNvSpPr/>
          <p:nvPr/>
        </p:nvSpPr>
        <p:spPr>
          <a:xfrm>
            <a:off x="5645025" y="3712763"/>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7"/>
          <p:cNvSpPr/>
          <p:nvPr/>
        </p:nvSpPr>
        <p:spPr>
          <a:xfrm>
            <a:off x="6485150" y="3712763"/>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7"/>
          <p:cNvSpPr/>
          <p:nvPr/>
        </p:nvSpPr>
        <p:spPr>
          <a:xfrm>
            <a:off x="7325275" y="3712763"/>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7"/>
          <p:cNvSpPr/>
          <p:nvPr/>
        </p:nvSpPr>
        <p:spPr>
          <a:xfrm>
            <a:off x="8165400" y="3712763"/>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KEY ENGINE STATISTICS</a:t>
            </a:r>
            <a:endParaRPr/>
          </a:p>
        </p:txBody>
      </p:sp>
      <p:sp>
        <p:nvSpPr>
          <p:cNvPr id="605" name="Google Shape;605;p48"/>
          <p:cNvSpPr txBox="1"/>
          <p:nvPr>
            <p:ph idx="1" type="subTitle"/>
          </p:nvPr>
        </p:nvSpPr>
        <p:spPr>
          <a:xfrm>
            <a:off x="719988" y="3671225"/>
            <a:ext cx="2370000" cy="66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10 material + 768 PST + 25 bonus parameters optimized by Texel Tuning</a:t>
            </a:r>
            <a:endParaRPr/>
          </a:p>
        </p:txBody>
      </p:sp>
      <p:sp>
        <p:nvSpPr>
          <p:cNvPr id="606" name="Google Shape;606;p48"/>
          <p:cNvSpPr txBox="1"/>
          <p:nvPr>
            <p:ph idx="2" type="subTitle"/>
          </p:nvPr>
        </p:nvSpPr>
        <p:spPr>
          <a:xfrm>
            <a:off x="719988" y="3203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TUNED PARAMETERS</a:t>
            </a:r>
            <a:endParaRPr/>
          </a:p>
        </p:txBody>
      </p:sp>
      <p:sp>
        <p:nvSpPr>
          <p:cNvPr id="607" name="Google Shape;607;p48"/>
          <p:cNvSpPr txBox="1"/>
          <p:nvPr>
            <p:ph idx="3" type="subTitle"/>
          </p:nvPr>
        </p:nvSpPr>
        <p:spPr>
          <a:xfrm>
            <a:off x="3389427" y="3671225"/>
            <a:ext cx="2370000" cy="66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Transposition table with 1 million entry capacity for position caching</a:t>
            </a:r>
            <a:endParaRPr/>
          </a:p>
        </p:txBody>
      </p:sp>
      <p:sp>
        <p:nvSpPr>
          <p:cNvPr id="608" name="Google Shape;608;p48"/>
          <p:cNvSpPr txBox="1"/>
          <p:nvPr>
            <p:ph idx="4" type="subTitle"/>
          </p:nvPr>
        </p:nvSpPr>
        <p:spPr>
          <a:xfrm>
            <a:off x="3389427" y="3203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TT ENTRIES</a:t>
            </a:r>
            <a:endParaRPr/>
          </a:p>
        </p:txBody>
      </p:sp>
      <p:sp>
        <p:nvSpPr>
          <p:cNvPr id="609" name="Google Shape;609;p48"/>
          <p:cNvSpPr txBox="1"/>
          <p:nvPr>
            <p:ph idx="5" type="subTitle"/>
          </p:nvPr>
        </p:nvSpPr>
        <p:spPr>
          <a:xfrm>
            <a:off x="6053969" y="3671225"/>
            <a:ext cx="2370000" cy="66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Lines of code in evaluation.py — the most complex single module</a:t>
            </a:r>
            <a:endParaRPr/>
          </a:p>
        </p:txBody>
      </p:sp>
      <p:sp>
        <p:nvSpPr>
          <p:cNvPr id="610" name="Google Shape;610;p48"/>
          <p:cNvSpPr txBox="1"/>
          <p:nvPr>
            <p:ph idx="6" type="subTitle"/>
          </p:nvPr>
        </p:nvSpPr>
        <p:spPr>
          <a:xfrm>
            <a:off x="6053969" y="3203325"/>
            <a:ext cx="2370000" cy="53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EVAL LOC</a:t>
            </a:r>
            <a:endParaRPr/>
          </a:p>
        </p:txBody>
      </p:sp>
      <p:sp>
        <p:nvSpPr>
          <p:cNvPr id="611" name="Google Shape;611;p48"/>
          <p:cNvSpPr txBox="1"/>
          <p:nvPr>
            <p:ph idx="7" type="title"/>
          </p:nvPr>
        </p:nvSpPr>
        <p:spPr>
          <a:xfrm>
            <a:off x="719988" y="1707275"/>
            <a:ext cx="2370000" cy="104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803</a:t>
            </a:r>
            <a:endParaRPr/>
          </a:p>
        </p:txBody>
      </p:sp>
      <p:sp>
        <p:nvSpPr>
          <p:cNvPr id="612" name="Google Shape;612;p48"/>
          <p:cNvSpPr txBox="1"/>
          <p:nvPr>
            <p:ph idx="8" type="title"/>
          </p:nvPr>
        </p:nvSpPr>
        <p:spPr>
          <a:xfrm>
            <a:off x="3389427" y="1707275"/>
            <a:ext cx="2370000" cy="104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1M</a:t>
            </a:r>
            <a:endParaRPr/>
          </a:p>
        </p:txBody>
      </p:sp>
      <p:sp>
        <p:nvSpPr>
          <p:cNvPr id="613" name="Google Shape;613;p48"/>
          <p:cNvSpPr txBox="1"/>
          <p:nvPr>
            <p:ph idx="9" type="title"/>
          </p:nvPr>
        </p:nvSpPr>
        <p:spPr>
          <a:xfrm>
            <a:off x="6053969" y="1707275"/>
            <a:ext cx="2370000" cy="104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725</a:t>
            </a:r>
            <a:endParaRPr/>
          </a:p>
        </p:txBody>
      </p:sp>
      <p:grpSp>
        <p:nvGrpSpPr>
          <p:cNvPr id="614" name="Google Shape;614;p48"/>
          <p:cNvGrpSpPr/>
          <p:nvPr/>
        </p:nvGrpSpPr>
        <p:grpSpPr>
          <a:xfrm>
            <a:off x="815900" y="681625"/>
            <a:ext cx="7512200" cy="179100"/>
            <a:chOff x="815900" y="681625"/>
            <a:chExt cx="7512200" cy="179100"/>
          </a:xfrm>
        </p:grpSpPr>
        <p:sp>
          <p:nvSpPr>
            <p:cNvPr id="615" name="Google Shape;615;p48"/>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8"/>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48"/>
          <p:cNvGrpSpPr/>
          <p:nvPr/>
        </p:nvGrpSpPr>
        <p:grpSpPr>
          <a:xfrm>
            <a:off x="1456313" y="2782838"/>
            <a:ext cx="897350" cy="179100"/>
            <a:chOff x="1456300" y="2782838"/>
            <a:chExt cx="897350" cy="179100"/>
          </a:xfrm>
        </p:grpSpPr>
        <p:sp>
          <p:nvSpPr>
            <p:cNvPr id="618" name="Google Shape;618;p48"/>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8"/>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8"/>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48"/>
          <p:cNvGrpSpPr/>
          <p:nvPr/>
        </p:nvGrpSpPr>
        <p:grpSpPr>
          <a:xfrm>
            <a:off x="4125752" y="2782838"/>
            <a:ext cx="897350" cy="179100"/>
            <a:chOff x="1456300" y="2782838"/>
            <a:chExt cx="897350" cy="179100"/>
          </a:xfrm>
        </p:grpSpPr>
        <p:sp>
          <p:nvSpPr>
            <p:cNvPr id="622" name="Google Shape;622;p48"/>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8"/>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8"/>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48"/>
          <p:cNvGrpSpPr/>
          <p:nvPr/>
        </p:nvGrpSpPr>
        <p:grpSpPr>
          <a:xfrm>
            <a:off x="6790294" y="2782838"/>
            <a:ext cx="897350" cy="179100"/>
            <a:chOff x="1456300" y="2782838"/>
            <a:chExt cx="897350" cy="179100"/>
          </a:xfrm>
        </p:grpSpPr>
        <p:sp>
          <p:nvSpPr>
            <p:cNvPr id="626" name="Google Shape;626;p48"/>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8"/>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8"/>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56"/>
          <p:cNvSpPr txBox="1"/>
          <p:nvPr>
            <p:ph type="title"/>
          </p:nvPr>
        </p:nvSpPr>
        <p:spPr>
          <a:xfrm>
            <a:off x="1010350" y="2659450"/>
            <a:ext cx="3185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PROBLEM STATEMENT &amp; OBJECTIVE</a:t>
            </a:r>
            <a:endParaRPr/>
          </a:p>
        </p:txBody>
      </p:sp>
      <p:sp>
        <p:nvSpPr>
          <p:cNvPr id="1034" name="Google Shape;1034;p56"/>
          <p:cNvSpPr txBox="1"/>
          <p:nvPr>
            <p:ph idx="2" type="title"/>
          </p:nvPr>
        </p:nvSpPr>
        <p:spPr>
          <a:xfrm>
            <a:off x="1010350" y="887025"/>
            <a:ext cx="31854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35" name="Google Shape;1035;p56"/>
          <p:cNvSpPr txBox="1"/>
          <p:nvPr>
            <p:ph idx="1" type="subTitle"/>
          </p:nvPr>
        </p:nvSpPr>
        <p:spPr>
          <a:xfrm>
            <a:off x="1330600" y="3499575"/>
            <a:ext cx="25449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Defining the challenge and goals of this project  [1 Mark]</a:t>
            </a:r>
            <a:endParaRPr/>
          </a:p>
        </p:txBody>
      </p:sp>
      <p:grpSp>
        <p:nvGrpSpPr>
          <p:cNvPr id="1036" name="Google Shape;1036;p56"/>
          <p:cNvGrpSpPr/>
          <p:nvPr/>
        </p:nvGrpSpPr>
        <p:grpSpPr>
          <a:xfrm>
            <a:off x="1386100" y="1779225"/>
            <a:ext cx="2433900" cy="179100"/>
            <a:chOff x="5196100" y="2297550"/>
            <a:chExt cx="2433900" cy="179100"/>
          </a:xfrm>
        </p:grpSpPr>
        <p:sp>
          <p:nvSpPr>
            <p:cNvPr id="1037" name="Google Shape;1037;p56"/>
            <p:cNvSpPr/>
            <p:nvPr/>
          </p:nvSpPr>
          <p:spPr>
            <a:xfrm>
              <a:off x="5196100" y="22975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6"/>
            <p:cNvSpPr/>
            <p:nvPr/>
          </p:nvSpPr>
          <p:spPr>
            <a:xfrm>
              <a:off x="7450900" y="22975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57"/>
          <p:cNvSpPr txBox="1"/>
          <p:nvPr>
            <p:ph idx="4294967295" type="subTitle"/>
          </p:nvPr>
        </p:nvSpPr>
        <p:spPr>
          <a:xfrm>
            <a:off x="5308100" y="2256100"/>
            <a:ext cx="3115800" cy="43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Traditional chess engines rely on hand-tuned evaluation functions, leading to suboptimal piece valuations. Can we combine classical search with data-driven weight optimization?</a:t>
            </a:r>
            <a:endParaRPr/>
          </a:p>
        </p:txBody>
      </p:sp>
      <p:sp>
        <p:nvSpPr>
          <p:cNvPr id="1044" name="Google Shape;1044;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PROBLEM STATEMENT</a:t>
            </a:r>
            <a:endParaRPr/>
          </a:p>
        </p:txBody>
      </p:sp>
      <p:sp>
        <p:nvSpPr>
          <p:cNvPr id="1045" name="Google Shape;1045;p57"/>
          <p:cNvSpPr/>
          <p:nvPr/>
        </p:nvSpPr>
        <p:spPr>
          <a:xfrm>
            <a:off x="1080313" y="2046525"/>
            <a:ext cx="984000" cy="98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6" name="Google Shape;1046;p57"/>
          <p:cNvGrpSpPr/>
          <p:nvPr/>
        </p:nvGrpSpPr>
        <p:grpSpPr>
          <a:xfrm>
            <a:off x="1363315" y="2306751"/>
            <a:ext cx="417996" cy="463540"/>
            <a:chOff x="-57162350" y="3982000"/>
            <a:chExt cx="287500" cy="318825"/>
          </a:xfrm>
        </p:grpSpPr>
        <p:sp>
          <p:nvSpPr>
            <p:cNvPr id="1047" name="Google Shape;1047;p57"/>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7"/>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7"/>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7"/>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7"/>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7"/>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7"/>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7"/>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5" name="Google Shape;1055;p57"/>
          <p:cNvSpPr/>
          <p:nvPr/>
        </p:nvSpPr>
        <p:spPr>
          <a:xfrm>
            <a:off x="2788288" y="2046525"/>
            <a:ext cx="984000" cy="98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6" name="Google Shape;1056;p57"/>
          <p:cNvGrpSpPr/>
          <p:nvPr/>
        </p:nvGrpSpPr>
        <p:grpSpPr>
          <a:xfrm>
            <a:off x="3050098" y="2306631"/>
            <a:ext cx="460377" cy="463794"/>
            <a:chOff x="-54026025" y="3192625"/>
            <a:chExt cx="316650" cy="319000"/>
          </a:xfrm>
        </p:grpSpPr>
        <p:sp>
          <p:nvSpPr>
            <p:cNvPr id="1057" name="Google Shape;1057;p57"/>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7"/>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7"/>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7"/>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7"/>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7"/>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7"/>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7"/>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5" name="Google Shape;1065;p57"/>
          <p:cNvSpPr txBox="1"/>
          <p:nvPr>
            <p:ph idx="4294967295" type="subTitle"/>
          </p:nvPr>
        </p:nvSpPr>
        <p:spPr>
          <a:xfrm>
            <a:off x="1179801" y="1235850"/>
            <a:ext cx="24930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CHALLENGE</a:t>
            </a:r>
            <a:endParaRPr b="1" sz="2800">
              <a:latin typeface="Oranienbaum"/>
              <a:ea typeface="Oranienbaum"/>
              <a:cs typeface="Oranienbaum"/>
              <a:sym typeface="Oranienbaum"/>
            </a:endParaRPr>
          </a:p>
        </p:txBody>
      </p:sp>
      <p:sp>
        <p:nvSpPr>
          <p:cNvPr id="1066" name="Google Shape;1066;p57"/>
          <p:cNvSpPr txBox="1"/>
          <p:nvPr>
            <p:ph idx="4294967295" type="subTitle"/>
          </p:nvPr>
        </p:nvSpPr>
        <p:spPr>
          <a:xfrm>
            <a:off x="5186626" y="1235850"/>
            <a:ext cx="24930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OBJECTIVES</a:t>
            </a:r>
            <a:endParaRPr b="1" sz="2800">
              <a:latin typeface="Oranienbaum"/>
              <a:ea typeface="Oranienbaum"/>
              <a:cs typeface="Oranienbaum"/>
              <a:sym typeface="Oranienbaum"/>
            </a:endParaRPr>
          </a:p>
        </p:txBody>
      </p:sp>
      <p:sp>
        <p:nvSpPr>
          <p:cNvPr id="1067" name="Google Shape;1067;p57"/>
          <p:cNvSpPr txBox="1"/>
          <p:nvPr>
            <p:ph idx="4294967295" type="subTitle"/>
          </p:nvPr>
        </p:nvSpPr>
        <p:spPr>
          <a:xfrm>
            <a:off x="2428008" y="39813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Build a complete chess engine from scratch with Minimax + Alpha-Beta pruning</a:t>
            </a:r>
            <a:endParaRPr/>
          </a:p>
        </p:txBody>
      </p:sp>
      <p:sp>
        <p:nvSpPr>
          <p:cNvPr id="1068" name="Google Shape;1068;p57"/>
          <p:cNvSpPr txBox="1"/>
          <p:nvPr>
            <p:ph idx="4294967295" type="subTitle"/>
          </p:nvPr>
        </p:nvSpPr>
        <p:spPr>
          <a:xfrm>
            <a:off x="2427975" y="35172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PRIMARY GOAL</a:t>
            </a:r>
            <a:endParaRPr b="1" sz="2800">
              <a:latin typeface="Oranienbaum"/>
              <a:ea typeface="Oranienbaum"/>
              <a:cs typeface="Oranienbaum"/>
              <a:sym typeface="Oranienbaum"/>
            </a:endParaRPr>
          </a:p>
        </p:txBody>
      </p:sp>
      <p:sp>
        <p:nvSpPr>
          <p:cNvPr id="1069" name="Google Shape;1069;p57"/>
          <p:cNvSpPr txBox="1"/>
          <p:nvPr>
            <p:ph idx="4294967295" type="subTitle"/>
          </p:nvPr>
        </p:nvSpPr>
        <p:spPr>
          <a:xfrm>
            <a:off x="720033" y="39813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Optimize 803 eval parameters using Texel Tuning to outperform hand-tuned baseline</a:t>
            </a:r>
            <a:endParaRPr/>
          </a:p>
        </p:txBody>
      </p:sp>
      <p:sp>
        <p:nvSpPr>
          <p:cNvPr id="1070" name="Google Shape;1070;p57"/>
          <p:cNvSpPr txBox="1"/>
          <p:nvPr>
            <p:ph idx="4294967295" type="subTitle"/>
          </p:nvPr>
        </p:nvSpPr>
        <p:spPr>
          <a:xfrm>
            <a:off x="720000" y="35172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TUNING GOAL</a:t>
            </a:r>
            <a:endParaRPr b="1" sz="2800">
              <a:latin typeface="Oranienbaum"/>
              <a:ea typeface="Oranienbaum"/>
              <a:cs typeface="Oranienbaum"/>
              <a:sym typeface="Oranienbaum"/>
            </a:endParaRPr>
          </a:p>
        </p:txBody>
      </p:sp>
      <p:sp>
        <p:nvSpPr>
          <p:cNvPr id="1071" name="Google Shape;1071;p57"/>
          <p:cNvSpPr txBox="1"/>
          <p:nvPr>
            <p:ph idx="4294967295" type="subTitle"/>
          </p:nvPr>
        </p:nvSpPr>
        <p:spPr>
          <a:xfrm>
            <a:off x="2427975" y="3136950"/>
            <a:ext cx="17046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800" b="1">
                <a:latin typeface="Oranienbaum"/>
              </a:rPr>
              <a:t>■</a:t>
            </a:r>
            <a:endParaRPr b="1" sz="1800">
              <a:latin typeface="Oranienbaum"/>
              <a:ea typeface="Oranienbaum"/>
              <a:cs typeface="Oranienbaum"/>
              <a:sym typeface="Oranienbaum"/>
            </a:endParaRPr>
          </a:p>
        </p:txBody>
      </p:sp>
      <p:sp>
        <p:nvSpPr>
          <p:cNvPr id="1072" name="Google Shape;1072;p57"/>
          <p:cNvSpPr txBox="1"/>
          <p:nvPr>
            <p:ph idx="4294967295" type="subTitle"/>
          </p:nvPr>
        </p:nvSpPr>
        <p:spPr>
          <a:xfrm>
            <a:off x="720000" y="3136950"/>
            <a:ext cx="17046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800" b="1">
                <a:latin typeface="Oranienbaum"/>
              </a:rPr>
              <a:t>■</a:t>
            </a:r>
            <a:endParaRPr b="1" sz="1800">
              <a:latin typeface="Oranienbaum"/>
              <a:ea typeface="Oranienbaum"/>
              <a:cs typeface="Oranienbaum"/>
              <a:sym typeface="Oranienbaum"/>
            </a:endParaRPr>
          </a:p>
        </p:txBody>
      </p:sp>
      <p:sp>
        <p:nvSpPr>
          <p:cNvPr id="1073" name="Google Shape;1073;p57"/>
          <p:cNvSpPr txBox="1"/>
          <p:nvPr>
            <p:ph idx="4294967295" type="subTitle"/>
          </p:nvPr>
        </p:nvSpPr>
        <p:spPr>
          <a:xfrm>
            <a:off x="4378550" y="1870350"/>
            <a:ext cx="1109100" cy="53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800" b="1">
                <a:latin typeface="Oranienbaum"/>
              </a:rPr>
              <a:t>Search</a:t>
            </a:r>
            <a:endParaRPr b="1" sz="2800">
              <a:latin typeface="Oranienbaum"/>
              <a:ea typeface="Oranienbaum"/>
              <a:cs typeface="Oranienbaum"/>
              <a:sym typeface="Oranienbaum"/>
            </a:endParaRPr>
          </a:p>
        </p:txBody>
      </p:sp>
      <p:sp>
        <p:nvSpPr>
          <p:cNvPr id="1074" name="Google Shape;1074;p57"/>
          <p:cNvSpPr/>
          <p:nvPr/>
        </p:nvSpPr>
        <p:spPr>
          <a:xfrm>
            <a:off x="5400000" y="207731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7"/>
          <p:cNvSpPr/>
          <p:nvPr/>
        </p:nvSpPr>
        <p:spPr>
          <a:xfrm>
            <a:off x="5674582" y="207731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7"/>
          <p:cNvSpPr/>
          <p:nvPr/>
        </p:nvSpPr>
        <p:spPr>
          <a:xfrm>
            <a:off x="5949164" y="207731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7"/>
          <p:cNvSpPr/>
          <p:nvPr/>
        </p:nvSpPr>
        <p:spPr>
          <a:xfrm>
            <a:off x="6223746" y="207731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7"/>
          <p:cNvSpPr/>
          <p:nvPr/>
        </p:nvSpPr>
        <p:spPr>
          <a:xfrm>
            <a:off x="6498327" y="207731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7"/>
          <p:cNvSpPr/>
          <p:nvPr/>
        </p:nvSpPr>
        <p:spPr>
          <a:xfrm>
            <a:off x="6772909" y="207731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7"/>
          <p:cNvSpPr txBox="1"/>
          <p:nvPr>
            <p:ph idx="4294967295" type="subTitle"/>
          </p:nvPr>
        </p:nvSpPr>
        <p:spPr>
          <a:xfrm>
            <a:off x="7516125" y="1870350"/>
            <a:ext cx="984000" cy="534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2800" b="1">
                <a:latin typeface="Oranienbaum"/>
              </a:rPr>
              <a:t>★★★★★</a:t>
            </a:r>
            <a:endParaRPr b="1" sz="2800">
              <a:latin typeface="Oranienbaum"/>
              <a:ea typeface="Oranienbaum"/>
              <a:cs typeface="Oranienbaum"/>
              <a:sym typeface="Oranienbaum"/>
            </a:endParaRPr>
          </a:p>
        </p:txBody>
      </p:sp>
      <p:sp>
        <p:nvSpPr>
          <p:cNvPr id="1081" name="Google Shape;1081;p57"/>
          <p:cNvSpPr/>
          <p:nvPr/>
        </p:nvSpPr>
        <p:spPr>
          <a:xfrm>
            <a:off x="7047491" y="207731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7"/>
          <p:cNvSpPr/>
          <p:nvPr/>
        </p:nvSpPr>
        <p:spPr>
          <a:xfrm>
            <a:off x="7322091" y="207731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7"/>
          <p:cNvSpPr/>
          <p:nvPr/>
        </p:nvSpPr>
        <p:spPr>
          <a:xfrm>
            <a:off x="7596691" y="207731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7"/>
          <p:cNvSpPr txBox="1"/>
          <p:nvPr>
            <p:ph idx="4294967295" type="subTitle"/>
          </p:nvPr>
        </p:nvSpPr>
        <p:spPr>
          <a:xfrm>
            <a:off x="5308100" y="3240438"/>
            <a:ext cx="3115800" cy="43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Design comprehensive evaluation: Material + PST + Pawn structure + King safety</a:t>
            </a:r>
            <a:endParaRPr/>
          </a:p>
        </p:txBody>
      </p:sp>
      <p:sp>
        <p:nvSpPr>
          <p:cNvPr id="1085" name="Google Shape;1085;p57"/>
          <p:cNvSpPr txBox="1"/>
          <p:nvPr>
            <p:ph idx="4294967295" type="subTitle"/>
          </p:nvPr>
        </p:nvSpPr>
        <p:spPr>
          <a:xfrm>
            <a:off x="4378550" y="2854688"/>
            <a:ext cx="1109100" cy="53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800" b="1">
                <a:latin typeface="Oranienbaum"/>
              </a:rPr>
              <a:t>Eval</a:t>
            </a:r>
            <a:endParaRPr b="1" sz="2800">
              <a:latin typeface="Oranienbaum"/>
              <a:ea typeface="Oranienbaum"/>
              <a:cs typeface="Oranienbaum"/>
              <a:sym typeface="Oranienbaum"/>
            </a:endParaRPr>
          </a:p>
        </p:txBody>
      </p:sp>
      <p:sp>
        <p:nvSpPr>
          <p:cNvPr id="1086" name="Google Shape;1086;p57"/>
          <p:cNvSpPr/>
          <p:nvPr/>
        </p:nvSpPr>
        <p:spPr>
          <a:xfrm>
            <a:off x="5400000"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7"/>
          <p:cNvSpPr/>
          <p:nvPr/>
        </p:nvSpPr>
        <p:spPr>
          <a:xfrm>
            <a:off x="5674582"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7"/>
          <p:cNvSpPr/>
          <p:nvPr/>
        </p:nvSpPr>
        <p:spPr>
          <a:xfrm>
            <a:off x="5949164"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7"/>
          <p:cNvSpPr/>
          <p:nvPr/>
        </p:nvSpPr>
        <p:spPr>
          <a:xfrm>
            <a:off x="6223746"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7"/>
          <p:cNvSpPr/>
          <p:nvPr/>
        </p:nvSpPr>
        <p:spPr>
          <a:xfrm>
            <a:off x="6498327"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7"/>
          <p:cNvSpPr/>
          <p:nvPr/>
        </p:nvSpPr>
        <p:spPr>
          <a:xfrm>
            <a:off x="6772909"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7"/>
          <p:cNvSpPr txBox="1"/>
          <p:nvPr>
            <p:ph idx="4294967295" type="subTitle"/>
          </p:nvPr>
        </p:nvSpPr>
        <p:spPr>
          <a:xfrm>
            <a:off x="7516125" y="2854688"/>
            <a:ext cx="984000" cy="534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2800" b="1">
                <a:latin typeface="Oranienbaum"/>
              </a:rPr>
              <a:t>★★★★★</a:t>
            </a:r>
            <a:endParaRPr b="1" sz="2800">
              <a:latin typeface="Oranienbaum"/>
              <a:ea typeface="Oranienbaum"/>
              <a:cs typeface="Oranienbaum"/>
              <a:sym typeface="Oranienbaum"/>
            </a:endParaRPr>
          </a:p>
        </p:txBody>
      </p:sp>
      <p:sp>
        <p:nvSpPr>
          <p:cNvPr id="1093" name="Google Shape;1093;p57"/>
          <p:cNvSpPr/>
          <p:nvPr/>
        </p:nvSpPr>
        <p:spPr>
          <a:xfrm>
            <a:off x="7047491" y="3061654"/>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7"/>
          <p:cNvSpPr/>
          <p:nvPr/>
        </p:nvSpPr>
        <p:spPr>
          <a:xfrm>
            <a:off x="7322091" y="3061654"/>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7"/>
          <p:cNvSpPr/>
          <p:nvPr/>
        </p:nvSpPr>
        <p:spPr>
          <a:xfrm>
            <a:off x="7596691" y="3061654"/>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7"/>
          <p:cNvSpPr txBox="1"/>
          <p:nvPr>
            <p:ph idx="4294967295" type="subTitle"/>
          </p:nvPr>
        </p:nvSpPr>
        <p:spPr>
          <a:xfrm>
            <a:off x="5308100" y="4224775"/>
            <a:ext cx="3115800" cy="43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Create interactive Pygame GUI and integrate opening book + tablebases</a:t>
            </a:r>
            <a:endParaRPr/>
          </a:p>
        </p:txBody>
      </p:sp>
      <p:sp>
        <p:nvSpPr>
          <p:cNvPr id="1097" name="Google Shape;1097;p57"/>
          <p:cNvSpPr txBox="1"/>
          <p:nvPr>
            <p:ph idx="4294967295" type="subTitle"/>
          </p:nvPr>
        </p:nvSpPr>
        <p:spPr>
          <a:xfrm>
            <a:off x="4378550" y="3839025"/>
            <a:ext cx="1109100" cy="53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800" b="1">
                <a:latin typeface="Oranienbaum"/>
              </a:rPr>
              <a:t>UI/UX</a:t>
            </a:r>
            <a:endParaRPr b="1" sz="2800">
              <a:latin typeface="Oranienbaum"/>
              <a:ea typeface="Oranienbaum"/>
              <a:cs typeface="Oranienbaum"/>
              <a:sym typeface="Oranienbaum"/>
            </a:endParaRPr>
          </a:p>
        </p:txBody>
      </p:sp>
      <p:sp>
        <p:nvSpPr>
          <p:cNvPr id="1098" name="Google Shape;1098;p57"/>
          <p:cNvSpPr/>
          <p:nvPr/>
        </p:nvSpPr>
        <p:spPr>
          <a:xfrm>
            <a:off x="5400000"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7"/>
          <p:cNvSpPr/>
          <p:nvPr/>
        </p:nvSpPr>
        <p:spPr>
          <a:xfrm>
            <a:off x="5674582"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7"/>
          <p:cNvSpPr/>
          <p:nvPr/>
        </p:nvSpPr>
        <p:spPr>
          <a:xfrm>
            <a:off x="5949164"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7"/>
          <p:cNvSpPr/>
          <p:nvPr/>
        </p:nvSpPr>
        <p:spPr>
          <a:xfrm>
            <a:off x="6223746"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7"/>
          <p:cNvSpPr/>
          <p:nvPr/>
        </p:nvSpPr>
        <p:spPr>
          <a:xfrm>
            <a:off x="6498327"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7"/>
          <p:cNvSpPr/>
          <p:nvPr/>
        </p:nvSpPr>
        <p:spPr>
          <a:xfrm>
            <a:off x="6772909"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7"/>
          <p:cNvSpPr txBox="1"/>
          <p:nvPr>
            <p:ph idx="4294967295" type="subTitle"/>
          </p:nvPr>
        </p:nvSpPr>
        <p:spPr>
          <a:xfrm>
            <a:off x="7516125" y="3839025"/>
            <a:ext cx="984000" cy="534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2800" b="1">
                <a:latin typeface="Oranienbaum"/>
              </a:rPr>
              <a:t>★★★★★</a:t>
            </a:r>
            <a:endParaRPr b="1" sz="2800">
              <a:latin typeface="Oranienbaum"/>
              <a:ea typeface="Oranienbaum"/>
              <a:cs typeface="Oranienbaum"/>
              <a:sym typeface="Oranienbaum"/>
            </a:endParaRPr>
          </a:p>
        </p:txBody>
      </p:sp>
      <p:sp>
        <p:nvSpPr>
          <p:cNvPr id="1105" name="Google Shape;1105;p57"/>
          <p:cNvSpPr/>
          <p:nvPr/>
        </p:nvSpPr>
        <p:spPr>
          <a:xfrm>
            <a:off x="7047491"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7"/>
          <p:cNvSpPr/>
          <p:nvPr/>
        </p:nvSpPr>
        <p:spPr>
          <a:xfrm>
            <a:off x="7322091" y="4045991"/>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7"/>
          <p:cNvSpPr/>
          <p:nvPr/>
        </p:nvSpPr>
        <p:spPr>
          <a:xfrm>
            <a:off x="7596691" y="4045991"/>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8" name="Google Shape;1108;p57"/>
          <p:cNvGrpSpPr/>
          <p:nvPr/>
        </p:nvGrpSpPr>
        <p:grpSpPr>
          <a:xfrm>
            <a:off x="815900" y="681625"/>
            <a:ext cx="7512200" cy="179100"/>
            <a:chOff x="815900" y="681625"/>
            <a:chExt cx="7512200" cy="179100"/>
          </a:xfrm>
        </p:grpSpPr>
        <p:sp>
          <p:nvSpPr>
            <p:cNvPr id="1109" name="Google Shape;1109;p57"/>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7"/>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58"/>
          <p:cNvSpPr/>
          <p:nvPr/>
        </p:nvSpPr>
        <p:spPr>
          <a:xfrm>
            <a:off x="3944100" y="1595125"/>
            <a:ext cx="1255800" cy="12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8"/>
          <p:cNvSpPr/>
          <p:nvPr/>
        </p:nvSpPr>
        <p:spPr>
          <a:xfrm>
            <a:off x="1373475" y="1595125"/>
            <a:ext cx="1255800" cy="12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8"/>
          <p:cNvSpPr/>
          <p:nvPr/>
        </p:nvSpPr>
        <p:spPr>
          <a:xfrm>
            <a:off x="6488250" y="1595125"/>
            <a:ext cx="1255800" cy="12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PROJECT OBJECTIVES</a:t>
            </a:r>
            <a:endParaRPr/>
          </a:p>
        </p:txBody>
      </p:sp>
      <p:sp>
        <p:nvSpPr>
          <p:cNvPr id="1119" name="Google Shape;1119;p58"/>
          <p:cNvSpPr/>
          <p:nvPr/>
        </p:nvSpPr>
        <p:spPr>
          <a:xfrm>
            <a:off x="6897499" y="1896428"/>
            <a:ext cx="437302" cy="653194"/>
          </a:xfrm>
          <a:custGeom>
            <a:rect b="b" l="l" r="r" t="t"/>
            <a:pathLst>
              <a:path extrusionOk="0" h="15860" w="10618">
                <a:moveTo>
                  <a:pt x="5188" y="0"/>
                </a:moveTo>
                <a:cubicBezTo>
                  <a:pt x="3806" y="0"/>
                  <a:pt x="2682" y="1125"/>
                  <a:pt x="2669" y="2506"/>
                </a:cubicBezTo>
                <a:cubicBezTo>
                  <a:pt x="2669" y="3617"/>
                  <a:pt x="3373" y="4551"/>
                  <a:pt x="4361" y="4890"/>
                </a:cubicBezTo>
                <a:cubicBezTo>
                  <a:pt x="1923" y="5119"/>
                  <a:pt x="1613" y="6082"/>
                  <a:pt x="3400" y="6284"/>
                </a:cubicBezTo>
                <a:cubicBezTo>
                  <a:pt x="3576" y="8871"/>
                  <a:pt x="3305" y="11024"/>
                  <a:pt x="2235" y="11824"/>
                </a:cubicBezTo>
                <a:cubicBezTo>
                  <a:pt x="1165" y="12622"/>
                  <a:pt x="515" y="12880"/>
                  <a:pt x="488" y="13326"/>
                </a:cubicBezTo>
                <a:cubicBezTo>
                  <a:pt x="461" y="13774"/>
                  <a:pt x="746" y="14031"/>
                  <a:pt x="1030" y="14139"/>
                </a:cubicBezTo>
                <a:cubicBezTo>
                  <a:pt x="123" y="14545"/>
                  <a:pt x="0" y="14897"/>
                  <a:pt x="231" y="15222"/>
                </a:cubicBezTo>
                <a:cubicBezTo>
                  <a:pt x="529" y="15629"/>
                  <a:pt x="1436" y="15791"/>
                  <a:pt x="2790" y="15818"/>
                </a:cubicBezTo>
                <a:cubicBezTo>
                  <a:pt x="3373" y="15832"/>
                  <a:pt x="4213" y="15845"/>
                  <a:pt x="5107" y="15859"/>
                </a:cubicBezTo>
                <a:lnTo>
                  <a:pt x="5540" y="15859"/>
                </a:lnTo>
                <a:cubicBezTo>
                  <a:pt x="5567" y="15845"/>
                  <a:pt x="5607" y="15845"/>
                  <a:pt x="5648" y="15845"/>
                </a:cubicBezTo>
                <a:lnTo>
                  <a:pt x="6542" y="15845"/>
                </a:lnTo>
                <a:cubicBezTo>
                  <a:pt x="6663" y="15845"/>
                  <a:pt x="6799" y="15832"/>
                  <a:pt x="6921" y="15832"/>
                </a:cubicBezTo>
                <a:lnTo>
                  <a:pt x="7016" y="15832"/>
                </a:lnTo>
                <a:cubicBezTo>
                  <a:pt x="7151" y="15832"/>
                  <a:pt x="7273" y="15818"/>
                  <a:pt x="7395" y="15818"/>
                </a:cubicBezTo>
                <a:lnTo>
                  <a:pt x="7436" y="15818"/>
                </a:lnTo>
                <a:cubicBezTo>
                  <a:pt x="7557" y="15805"/>
                  <a:pt x="7666" y="15805"/>
                  <a:pt x="7774" y="15805"/>
                </a:cubicBezTo>
                <a:cubicBezTo>
                  <a:pt x="7801" y="15791"/>
                  <a:pt x="7828" y="15791"/>
                  <a:pt x="7855" y="15791"/>
                </a:cubicBezTo>
                <a:cubicBezTo>
                  <a:pt x="7964" y="15791"/>
                  <a:pt x="8086" y="15778"/>
                  <a:pt x="8194" y="15778"/>
                </a:cubicBezTo>
                <a:cubicBezTo>
                  <a:pt x="8207" y="15778"/>
                  <a:pt x="8234" y="15764"/>
                  <a:pt x="8248" y="15764"/>
                </a:cubicBezTo>
                <a:cubicBezTo>
                  <a:pt x="8343" y="15764"/>
                  <a:pt x="8438" y="15751"/>
                  <a:pt x="8532" y="15751"/>
                </a:cubicBezTo>
                <a:cubicBezTo>
                  <a:pt x="8546" y="15751"/>
                  <a:pt x="8559" y="15737"/>
                  <a:pt x="8586" y="15737"/>
                </a:cubicBezTo>
                <a:cubicBezTo>
                  <a:pt x="8682" y="15737"/>
                  <a:pt x="8776" y="15724"/>
                  <a:pt x="8857" y="15710"/>
                </a:cubicBezTo>
                <a:cubicBezTo>
                  <a:pt x="8884" y="15710"/>
                  <a:pt x="8899" y="15710"/>
                  <a:pt x="8912" y="15697"/>
                </a:cubicBezTo>
                <a:cubicBezTo>
                  <a:pt x="9007" y="15697"/>
                  <a:pt x="9088" y="15683"/>
                  <a:pt x="9169" y="15670"/>
                </a:cubicBezTo>
                <a:cubicBezTo>
                  <a:pt x="10510" y="15426"/>
                  <a:pt x="10618" y="14464"/>
                  <a:pt x="9521" y="14207"/>
                </a:cubicBezTo>
                <a:cubicBezTo>
                  <a:pt x="10036" y="13774"/>
                  <a:pt x="10226" y="12974"/>
                  <a:pt x="9589" y="12758"/>
                </a:cubicBezTo>
                <a:cubicBezTo>
                  <a:pt x="8939" y="12555"/>
                  <a:pt x="7801" y="11851"/>
                  <a:pt x="7178" y="10334"/>
                </a:cubicBezTo>
                <a:cubicBezTo>
                  <a:pt x="6596" y="8911"/>
                  <a:pt x="6826" y="6596"/>
                  <a:pt x="6853" y="6298"/>
                </a:cubicBezTo>
                <a:cubicBezTo>
                  <a:pt x="6853" y="6271"/>
                  <a:pt x="6867" y="6271"/>
                  <a:pt x="6867" y="6271"/>
                </a:cubicBezTo>
                <a:cubicBezTo>
                  <a:pt x="6867" y="6271"/>
                  <a:pt x="7896" y="6244"/>
                  <a:pt x="8140" y="5905"/>
                </a:cubicBezTo>
                <a:cubicBezTo>
                  <a:pt x="8397" y="5540"/>
                  <a:pt x="7368" y="5038"/>
                  <a:pt x="6000" y="4890"/>
                </a:cubicBezTo>
                <a:cubicBezTo>
                  <a:pt x="6975" y="4551"/>
                  <a:pt x="7680" y="3630"/>
                  <a:pt x="7693" y="2533"/>
                </a:cubicBezTo>
                <a:cubicBezTo>
                  <a:pt x="7693" y="2452"/>
                  <a:pt x="7680" y="2371"/>
                  <a:pt x="7680" y="2290"/>
                </a:cubicBezTo>
                <a:cubicBezTo>
                  <a:pt x="7680" y="2262"/>
                  <a:pt x="7680" y="2235"/>
                  <a:pt x="7666" y="2221"/>
                </a:cubicBezTo>
                <a:cubicBezTo>
                  <a:pt x="7666" y="2167"/>
                  <a:pt x="7653" y="2113"/>
                  <a:pt x="7653" y="2059"/>
                </a:cubicBezTo>
                <a:cubicBezTo>
                  <a:pt x="7638" y="2032"/>
                  <a:pt x="7638" y="2005"/>
                  <a:pt x="7625" y="1978"/>
                </a:cubicBezTo>
                <a:cubicBezTo>
                  <a:pt x="7611" y="1923"/>
                  <a:pt x="7611" y="1883"/>
                  <a:pt x="7598" y="1829"/>
                </a:cubicBezTo>
                <a:cubicBezTo>
                  <a:pt x="7584" y="1802"/>
                  <a:pt x="7571" y="1775"/>
                  <a:pt x="7571" y="1748"/>
                </a:cubicBezTo>
                <a:cubicBezTo>
                  <a:pt x="7557" y="1694"/>
                  <a:pt x="7530" y="1652"/>
                  <a:pt x="7517" y="1598"/>
                </a:cubicBezTo>
                <a:cubicBezTo>
                  <a:pt x="7503" y="1585"/>
                  <a:pt x="7503" y="1558"/>
                  <a:pt x="7490" y="1531"/>
                </a:cubicBezTo>
                <a:cubicBezTo>
                  <a:pt x="7463" y="1463"/>
                  <a:pt x="7422" y="1396"/>
                  <a:pt x="7395" y="1327"/>
                </a:cubicBezTo>
                <a:cubicBezTo>
                  <a:pt x="7382" y="1327"/>
                  <a:pt x="7382" y="1314"/>
                  <a:pt x="7368" y="1300"/>
                </a:cubicBezTo>
                <a:cubicBezTo>
                  <a:pt x="7341" y="1246"/>
                  <a:pt x="7313" y="1192"/>
                  <a:pt x="7273" y="1138"/>
                </a:cubicBezTo>
                <a:cubicBezTo>
                  <a:pt x="7259" y="1125"/>
                  <a:pt x="7246" y="1098"/>
                  <a:pt x="7232" y="1071"/>
                </a:cubicBezTo>
                <a:cubicBezTo>
                  <a:pt x="7205" y="1030"/>
                  <a:pt x="7178" y="1002"/>
                  <a:pt x="7151" y="962"/>
                </a:cubicBezTo>
                <a:cubicBezTo>
                  <a:pt x="7124" y="935"/>
                  <a:pt x="7111" y="908"/>
                  <a:pt x="7084" y="894"/>
                </a:cubicBezTo>
                <a:cubicBezTo>
                  <a:pt x="7057" y="854"/>
                  <a:pt x="7030" y="827"/>
                  <a:pt x="7003" y="800"/>
                </a:cubicBezTo>
                <a:cubicBezTo>
                  <a:pt x="6975" y="773"/>
                  <a:pt x="6961" y="746"/>
                  <a:pt x="6934" y="719"/>
                </a:cubicBezTo>
                <a:cubicBezTo>
                  <a:pt x="6907" y="692"/>
                  <a:pt x="6867" y="664"/>
                  <a:pt x="6840" y="637"/>
                </a:cubicBezTo>
                <a:cubicBezTo>
                  <a:pt x="6813" y="623"/>
                  <a:pt x="6799" y="596"/>
                  <a:pt x="6772" y="569"/>
                </a:cubicBezTo>
                <a:cubicBezTo>
                  <a:pt x="6718" y="542"/>
                  <a:pt x="6677" y="502"/>
                  <a:pt x="6636" y="475"/>
                </a:cubicBezTo>
                <a:lnTo>
                  <a:pt x="6515" y="394"/>
                </a:lnTo>
                <a:cubicBezTo>
                  <a:pt x="6488" y="379"/>
                  <a:pt x="6447" y="352"/>
                  <a:pt x="6420" y="325"/>
                </a:cubicBezTo>
                <a:cubicBezTo>
                  <a:pt x="6380" y="312"/>
                  <a:pt x="6352" y="298"/>
                  <a:pt x="6311" y="285"/>
                </a:cubicBezTo>
                <a:cubicBezTo>
                  <a:pt x="6284" y="258"/>
                  <a:pt x="6244" y="244"/>
                  <a:pt x="6217" y="231"/>
                </a:cubicBezTo>
                <a:cubicBezTo>
                  <a:pt x="6176" y="217"/>
                  <a:pt x="6149" y="204"/>
                  <a:pt x="6109" y="190"/>
                </a:cubicBezTo>
                <a:cubicBezTo>
                  <a:pt x="6082" y="177"/>
                  <a:pt x="6040" y="163"/>
                  <a:pt x="6000" y="150"/>
                </a:cubicBezTo>
                <a:cubicBezTo>
                  <a:pt x="5973" y="136"/>
                  <a:pt x="5932" y="123"/>
                  <a:pt x="5892" y="109"/>
                </a:cubicBezTo>
                <a:lnTo>
                  <a:pt x="5878" y="109"/>
                </a:lnTo>
                <a:cubicBezTo>
                  <a:pt x="5661" y="41"/>
                  <a:pt x="5432" y="14"/>
                  <a:pt x="51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58"/>
          <p:cNvSpPr/>
          <p:nvPr/>
        </p:nvSpPr>
        <p:spPr>
          <a:xfrm>
            <a:off x="4343567" y="1743776"/>
            <a:ext cx="456865" cy="958499"/>
          </a:xfrm>
          <a:custGeom>
            <a:rect b="b" l="l" r="r" t="t"/>
            <a:pathLst>
              <a:path extrusionOk="0" h="23273" w="11093">
                <a:moveTo>
                  <a:pt x="5486" y="0"/>
                </a:moveTo>
                <a:cubicBezTo>
                  <a:pt x="5147" y="0"/>
                  <a:pt x="4876" y="285"/>
                  <a:pt x="4890" y="610"/>
                </a:cubicBezTo>
                <a:cubicBezTo>
                  <a:pt x="4890" y="854"/>
                  <a:pt x="5038" y="1057"/>
                  <a:pt x="5242" y="1152"/>
                </a:cubicBezTo>
                <a:cubicBezTo>
                  <a:pt x="4632" y="1680"/>
                  <a:pt x="2899" y="3346"/>
                  <a:pt x="2534" y="4375"/>
                </a:cubicBezTo>
                <a:cubicBezTo>
                  <a:pt x="1924" y="6122"/>
                  <a:pt x="2940" y="7259"/>
                  <a:pt x="3211" y="7855"/>
                </a:cubicBezTo>
                <a:cubicBezTo>
                  <a:pt x="3238" y="7923"/>
                  <a:pt x="3278" y="8018"/>
                  <a:pt x="3319" y="8099"/>
                </a:cubicBezTo>
                <a:lnTo>
                  <a:pt x="3346" y="8153"/>
                </a:lnTo>
                <a:cubicBezTo>
                  <a:pt x="3346" y="8153"/>
                  <a:pt x="2940" y="8574"/>
                  <a:pt x="3400" y="8776"/>
                </a:cubicBezTo>
                <a:cubicBezTo>
                  <a:pt x="3400" y="8926"/>
                  <a:pt x="3413" y="9169"/>
                  <a:pt x="3413" y="9169"/>
                </a:cubicBezTo>
                <a:cubicBezTo>
                  <a:pt x="3413" y="9169"/>
                  <a:pt x="2655" y="9480"/>
                  <a:pt x="2940" y="10157"/>
                </a:cubicBezTo>
                <a:cubicBezTo>
                  <a:pt x="1613" y="10347"/>
                  <a:pt x="1748" y="11336"/>
                  <a:pt x="3522" y="11363"/>
                </a:cubicBezTo>
                <a:cubicBezTo>
                  <a:pt x="3807" y="13570"/>
                  <a:pt x="3847" y="16008"/>
                  <a:pt x="2777" y="17783"/>
                </a:cubicBezTo>
                <a:cubicBezTo>
                  <a:pt x="2735" y="17769"/>
                  <a:pt x="2699" y="17763"/>
                  <a:pt x="2667" y="17763"/>
                </a:cubicBezTo>
                <a:cubicBezTo>
                  <a:pt x="2475" y="17763"/>
                  <a:pt x="2458" y="17989"/>
                  <a:pt x="2411" y="18175"/>
                </a:cubicBezTo>
                <a:cubicBezTo>
                  <a:pt x="2371" y="18406"/>
                  <a:pt x="1896" y="18947"/>
                  <a:pt x="1098" y="19448"/>
                </a:cubicBezTo>
                <a:cubicBezTo>
                  <a:pt x="298" y="19949"/>
                  <a:pt x="231" y="20342"/>
                  <a:pt x="488" y="20802"/>
                </a:cubicBezTo>
                <a:cubicBezTo>
                  <a:pt x="732" y="21263"/>
                  <a:pt x="1030" y="21398"/>
                  <a:pt x="1030" y="21398"/>
                </a:cubicBezTo>
                <a:lnTo>
                  <a:pt x="1030" y="21547"/>
                </a:lnTo>
                <a:cubicBezTo>
                  <a:pt x="1030" y="21547"/>
                  <a:pt x="0" y="21981"/>
                  <a:pt x="0" y="22468"/>
                </a:cubicBezTo>
                <a:cubicBezTo>
                  <a:pt x="14" y="22911"/>
                  <a:pt x="1153" y="23272"/>
                  <a:pt x="4763" y="23272"/>
                </a:cubicBezTo>
                <a:cubicBezTo>
                  <a:pt x="5010" y="23272"/>
                  <a:pt x="5269" y="23270"/>
                  <a:pt x="5540" y="23267"/>
                </a:cubicBezTo>
                <a:cubicBezTo>
                  <a:pt x="5812" y="23270"/>
                  <a:pt x="6071" y="23272"/>
                  <a:pt x="6319" y="23272"/>
                </a:cubicBezTo>
                <a:cubicBezTo>
                  <a:pt x="9940" y="23272"/>
                  <a:pt x="11079" y="22911"/>
                  <a:pt x="11093" y="22468"/>
                </a:cubicBezTo>
                <a:cubicBezTo>
                  <a:pt x="11093" y="21981"/>
                  <a:pt x="10049" y="21547"/>
                  <a:pt x="10049" y="21547"/>
                </a:cubicBezTo>
                <a:cubicBezTo>
                  <a:pt x="10049" y="21547"/>
                  <a:pt x="10049" y="21425"/>
                  <a:pt x="10063" y="21398"/>
                </a:cubicBezTo>
                <a:cubicBezTo>
                  <a:pt x="10063" y="21398"/>
                  <a:pt x="10347" y="21263"/>
                  <a:pt x="10605" y="20802"/>
                </a:cubicBezTo>
                <a:cubicBezTo>
                  <a:pt x="10849" y="20342"/>
                  <a:pt x="10795" y="19949"/>
                  <a:pt x="9995" y="19448"/>
                </a:cubicBezTo>
                <a:cubicBezTo>
                  <a:pt x="9197" y="18947"/>
                  <a:pt x="8722" y="18406"/>
                  <a:pt x="8668" y="18175"/>
                </a:cubicBezTo>
                <a:cubicBezTo>
                  <a:pt x="8633" y="17989"/>
                  <a:pt x="8618" y="17763"/>
                  <a:pt x="8426" y="17763"/>
                </a:cubicBezTo>
                <a:cubicBezTo>
                  <a:pt x="8394" y="17763"/>
                  <a:pt x="8358" y="17769"/>
                  <a:pt x="8316" y="17783"/>
                </a:cubicBezTo>
                <a:cubicBezTo>
                  <a:pt x="7246" y="16008"/>
                  <a:pt x="7286" y="13570"/>
                  <a:pt x="7571" y="11363"/>
                </a:cubicBezTo>
                <a:cubicBezTo>
                  <a:pt x="9332" y="11336"/>
                  <a:pt x="9480" y="10347"/>
                  <a:pt x="8153" y="10157"/>
                </a:cubicBezTo>
                <a:cubicBezTo>
                  <a:pt x="8438" y="9480"/>
                  <a:pt x="7680" y="9169"/>
                  <a:pt x="7680" y="9169"/>
                </a:cubicBezTo>
                <a:cubicBezTo>
                  <a:pt x="7680" y="9169"/>
                  <a:pt x="7680" y="8926"/>
                  <a:pt x="7693" y="8776"/>
                </a:cubicBezTo>
                <a:cubicBezTo>
                  <a:pt x="8153" y="8574"/>
                  <a:pt x="7747" y="8153"/>
                  <a:pt x="7747" y="8153"/>
                </a:cubicBezTo>
                <a:lnTo>
                  <a:pt x="7774" y="8099"/>
                </a:lnTo>
                <a:cubicBezTo>
                  <a:pt x="7815" y="8018"/>
                  <a:pt x="7855" y="7923"/>
                  <a:pt x="7882" y="7855"/>
                </a:cubicBezTo>
                <a:cubicBezTo>
                  <a:pt x="8153" y="7259"/>
                  <a:pt x="9169" y="6122"/>
                  <a:pt x="8546" y="4375"/>
                </a:cubicBezTo>
                <a:cubicBezTo>
                  <a:pt x="8180" y="3346"/>
                  <a:pt x="6461" y="1680"/>
                  <a:pt x="5851" y="1152"/>
                </a:cubicBezTo>
                <a:cubicBezTo>
                  <a:pt x="6055" y="1057"/>
                  <a:pt x="6203" y="854"/>
                  <a:pt x="6203" y="610"/>
                </a:cubicBezTo>
                <a:cubicBezTo>
                  <a:pt x="6217" y="285"/>
                  <a:pt x="5946" y="0"/>
                  <a:pt x="56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8"/>
          <p:cNvSpPr/>
          <p:nvPr/>
        </p:nvSpPr>
        <p:spPr>
          <a:xfrm>
            <a:off x="1809226" y="1938540"/>
            <a:ext cx="384297" cy="568971"/>
          </a:xfrm>
          <a:custGeom>
            <a:rect b="b" l="l" r="r" t="t"/>
            <a:pathLst>
              <a:path extrusionOk="0" h="13815" w="9331">
                <a:moveTo>
                  <a:pt x="5593" y="1"/>
                </a:moveTo>
                <a:lnTo>
                  <a:pt x="4456" y="15"/>
                </a:lnTo>
                <a:lnTo>
                  <a:pt x="3128" y="15"/>
                </a:lnTo>
                <a:lnTo>
                  <a:pt x="3128" y="461"/>
                </a:lnTo>
                <a:lnTo>
                  <a:pt x="2830" y="461"/>
                </a:lnTo>
                <a:lnTo>
                  <a:pt x="2830" y="15"/>
                </a:lnTo>
                <a:lnTo>
                  <a:pt x="1043" y="15"/>
                </a:lnTo>
                <a:lnTo>
                  <a:pt x="1043" y="1315"/>
                </a:lnTo>
                <a:cubicBezTo>
                  <a:pt x="1043" y="1315"/>
                  <a:pt x="1747" y="1721"/>
                  <a:pt x="1882" y="1734"/>
                </a:cubicBezTo>
                <a:cubicBezTo>
                  <a:pt x="1626" y="1761"/>
                  <a:pt x="1503" y="2019"/>
                  <a:pt x="2018" y="2073"/>
                </a:cubicBezTo>
                <a:cubicBezTo>
                  <a:pt x="2018" y="2073"/>
                  <a:pt x="2384" y="7003"/>
                  <a:pt x="1301" y="9643"/>
                </a:cubicBezTo>
                <a:cubicBezTo>
                  <a:pt x="759" y="10957"/>
                  <a:pt x="1" y="11377"/>
                  <a:pt x="732" y="11918"/>
                </a:cubicBezTo>
                <a:lnTo>
                  <a:pt x="732" y="12162"/>
                </a:lnTo>
                <a:lnTo>
                  <a:pt x="732" y="12230"/>
                </a:lnTo>
                <a:lnTo>
                  <a:pt x="732" y="12433"/>
                </a:lnTo>
                <a:lnTo>
                  <a:pt x="732" y="12501"/>
                </a:lnTo>
                <a:cubicBezTo>
                  <a:pt x="732" y="12501"/>
                  <a:pt x="55" y="12691"/>
                  <a:pt x="55" y="13083"/>
                </a:cubicBezTo>
                <a:cubicBezTo>
                  <a:pt x="55" y="13449"/>
                  <a:pt x="501" y="13814"/>
                  <a:pt x="4497" y="13814"/>
                </a:cubicBezTo>
                <a:lnTo>
                  <a:pt x="4781" y="13814"/>
                </a:lnTo>
                <a:cubicBezTo>
                  <a:pt x="8220" y="13801"/>
                  <a:pt x="9331" y="13435"/>
                  <a:pt x="9168" y="12989"/>
                </a:cubicBezTo>
                <a:cubicBezTo>
                  <a:pt x="9020" y="12583"/>
                  <a:pt x="8275" y="12487"/>
                  <a:pt x="8275" y="12487"/>
                </a:cubicBezTo>
                <a:lnTo>
                  <a:pt x="8275" y="12447"/>
                </a:lnTo>
                <a:lnTo>
                  <a:pt x="8275" y="12339"/>
                </a:lnTo>
                <a:lnTo>
                  <a:pt x="8275" y="12312"/>
                </a:lnTo>
                <a:lnTo>
                  <a:pt x="8275" y="12000"/>
                </a:lnTo>
                <a:lnTo>
                  <a:pt x="8275" y="11905"/>
                </a:lnTo>
                <a:cubicBezTo>
                  <a:pt x="8830" y="11702"/>
                  <a:pt x="8843" y="11228"/>
                  <a:pt x="7991" y="10022"/>
                </a:cubicBezTo>
                <a:cubicBezTo>
                  <a:pt x="6853" y="8424"/>
                  <a:pt x="6609" y="3468"/>
                  <a:pt x="6731" y="2059"/>
                </a:cubicBezTo>
                <a:cubicBezTo>
                  <a:pt x="7029" y="1965"/>
                  <a:pt x="6920" y="1788"/>
                  <a:pt x="6745" y="1721"/>
                </a:cubicBezTo>
                <a:cubicBezTo>
                  <a:pt x="6826" y="1694"/>
                  <a:pt x="7097" y="1518"/>
                  <a:pt x="7287" y="1409"/>
                </a:cubicBezTo>
                <a:cubicBezTo>
                  <a:pt x="7381" y="1342"/>
                  <a:pt x="7449" y="1301"/>
                  <a:pt x="7449" y="1301"/>
                </a:cubicBezTo>
                <a:lnTo>
                  <a:pt x="7449" y="1"/>
                </a:lnTo>
                <a:lnTo>
                  <a:pt x="5824" y="1"/>
                </a:lnTo>
                <a:lnTo>
                  <a:pt x="5824" y="421"/>
                </a:lnTo>
                <a:lnTo>
                  <a:pt x="5607" y="421"/>
                </a:lnTo>
                <a:lnTo>
                  <a:pt x="559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8"/>
          <p:cNvSpPr txBox="1"/>
          <p:nvPr>
            <p:ph idx="4294967295" type="subTitle"/>
          </p:nvPr>
        </p:nvSpPr>
        <p:spPr>
          <a:xfrm>
            <a:off x="1093125" y="3942825"/>
            <a:ext cx="1816500" cy="65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Implement Negamax with α-β pruning, iterative deepening, and aspiration windows</a:t>
            </a:r>
            <a:endParaRPr/>
          </a:p>
        </p:txBody>
      </p:sp>
      <p:sp>
        <p:nvSpPr>
          <p:cNvPr id="1123" name="Google Shape;1123;p58"/>
          <p:cNvSpPr txBox="1"/>
          <p:nvPr>
            <p:ph idx="4294967295" type="subTitle"/>
          </p:nvPr>
        </p:nvSpPr>
        <p:spPr>
          <a:xfrm>
            <a:off x="1139475" y="3208475"/>
            <a:ext cx="17238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SEARCH ENGINE</a:t>
            </a:r>
            <a:endParaRPr b="1" sz="2800">
              <a:latin typeface="Oranienbaum"/>
              <a:ea typeface="Oranienbaum"/>
              <a:cs typeface="Oranienbaum"/>
              <a:sym typeface="Oranienbaum"/>
            </a:endParaRPr>
          </a:p>
        </p:txBody>
      </p:sp>
      <p:sp>
        <p:nvSpPr>
          <p:cNvPr id="1124" name="Google Shape;1124;p58"/>
          <p:cNvSpPr/>
          <p:nvPr/>
        </p:nvSpPr>
        <p:spPr>
          <a:xfrm>
            <a:off x="1174275" y="3783000"/>
            <a:ext cx="1654200" cy="2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58"/>
          <p:cNvSpPr txBox="1"/>
          <p:nvPr>
            <p:ph idx="4294967295" type="subTitle"/>
          </p:nvPr>
        </p:nvSpPr>
        <p:spPr>
          <a:xfrm>
            <a:off x="3710100" y="3208475"/>
            <a:ext cx="17238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EVALUATION</a:t>
            </a:r>
            <a:endParaRPr b="1" sz="2800">
              <a:latin typeface="Oranienbaum"/>
              <a:ea typeface="Oranienbaum"/>
              <a:cs typeface="Oranienbaum"/>
              <a:sym typeface="Oranienbaum"/>
            </a:endParaRPr>
          </a:p>
        </p:txBody>
      </p:sp>
      <p:sp>
        <p:nvSpPr>
          <p:cNvPr id="1126" name="Google Shape;1126;p58"/>
          <p:cNvSpPr txBox="1"/>
          <p:nvPr>
            <p:ph idx="4294967295" type="subTitle"/>
          </p:nvPr>
        </p:nvSpPr>
        <p:spPr>
          <a:xfrm>
            <a:off x="6254250" y="3208475"/>
            <a:ext cx="17238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OPTIMIZATION</a:t>
            </a:r>
            <a:endParaRPr b="1" sz="2800">
              <a:latin typeface="Oranienbaum"/>
              <a:ea typeface="Oranienbaum"/>
              <a:cs typeface="Oranienbaum"/>
              <a:sym typeface="Oranienbaum"/>
            </a:endParaRPr>
          </a:p>
        </p:txBody>
      </p:sp>
      <p:sp>
        <p:nvSpPr>
          <p:cNvPr id="1127" name="Google Shape;1127;p58"/>
          <p:cNvSpPr txBox="1"/>
          <p:nvPr>
            <p:ph idx="4294967295" type="subTitle"/>
          </p:nvPr>
        </p:nvSpPr>
        <p:spPr>
          <a:xfrm>
            <a:off x="3663750" y="3942825"/>
            <a:ext cx="1816500" cy="65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Design tapered eval with material, PST, pawn structure, king safety, endgame heuristics</a:t>
            </a:r>
            <a:endParaRPr/>
          </a:p>
        </p:txBody>
      </p:sp>
      <p:sp>
        <p:nvSpPr>
          <p:cNvPr id="1128" name="Google Shape;1128;p58"/>
          <p:cNvSpPr txBox="1"/>
          <p:nvPr>
            <p:ph idx="4294967295" type="subTitle"/>
          </p:nvPr>
        </p:nvSpPr>
        <p:spPr>
          <a:xfrm>
            <a:off x="6207900" y="3942825"/>
            <a:ext cx="1816500" cy="65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Texel-tune 803 parameters against Stockfish ground truth using L-BFGS-B</a:t>
            </a:r>
            <a:endParaRPr/>
          </a:p>
        </p:txBody>
      </p:sp>
      <p:sp>
        <p:nvSpPr>
          <p:cNvPr id="1129" name="Google Shape;1129;p58"/>
          <p:cNvSpPr/>
          <p:nvPr/>
        </p:nvSpPr>
        <p:spPr>
          <a:xfrm>
            <a:off x="3744900" y="3783000"/>
            <a:ext cx="16542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8"/>
          <p:cNvSpPr/>
          <p:nvPr/>
        </p:nvSpPr>
        <p:spPr>
          <a:xfrm>
            <a:off x="6289050" y="3783000"/>
            <a:ext cx="1654200" cy="21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8"/>
          <p:cNvSpPr/>
          <p:nvPr/>
        </p:nvSpPr>
        <p:spPr>
          <a:xfrm>
            <a:off x="1227900" y="3875800"/>
            <a:ext cx="1117200" cy="26400"/>
          </a:xfrm>
          <a:prstGeom prst="rect">
            <a:avLst/>
          </a:prstGeom>
          <a:solidFill>
            <a:schemeClr val="lt2"/>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8"/>
          <p:cNvSpPr/>
          <p:nvPr/>
        </p:nvSpPr>
        <p:spPr>
          <a:xfrm>
            <a:off x="3812475" y="3875800"/>
            <a:ext cx="617100" cy="26400"/>
          </a:xfrm>
          <a:prstGeom prst="rect">
            <a:avLst/>
          </a:prstGeom>
          <a:solidFill>
            <a:schemeClr val="lt2"/>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58"/>
          <p:cNvSpPr/>
          <p:nvPr/>
        </p:nvSpPr>
        <p:spPr>
          <a:xfrm>
            <a:off x="6352150" y="3875800"/>
            <a:ext cx="1354500" cy="26400"/>
          </a:xfrm>
          <a:prstGeom prst="rect">
            <a:avLst/>
          </a:prstGeom>
          <a:solidFill>
            <a:schemeClr val="lt2"/>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58"/>
          <p:cNvSpPr txBox="1"/>
          <p:nvPr>
            <p:ph idx="4294967295" type="subTitle"/>
          </p:nvPr>
        </p:nvSpPr>
        <p:spPr>
          <a:xfrm>
            <a:off x="1139475" y="2901475"/>
            <a:ext cx="1723800" cy="4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800" b="1">
                <a:latin typeface="Oranienbaum"/>
              </a:rPr>
              <a:t>470 LOC</a:t>
            </a:r>
            <a:endParaRPr b="1" sz="1800">
              <a:latin typeface="Oranienbaum"/>
              <a:ea typeface="Oranienbaum"/>
              <a:cs typeface="Oranienbaum"/>
              <a:sym typeface="Oranienbaum"/>
            </a:endParaRPr>
          </a:p>
        </p:txBody>
      </p:sp>
      <p:sp>
        <p:nvSpPr>
          <p:cNvPr id="1135" name="Google Shape;1135;p58"/>
          <p:cNvSpPr txBox="1"/>
          <p:nvPr>
            <p:ph idx="4294967295" type="subTitle"/>
          </p:nvPr>
        </p:nvSpPr>
        <p:spPr>
          <a:xfrm>
            <a:off x="3710100" y="2901475"/>
            <a:ext cx="1723800" cy="4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800" b="1">
                <a:latin typeface="Oranienbaum"/>
              </a:rPr>
              <a:t>725 LOC</a:t>
            </a:r>
            <a:endParaRPr b="1" sz="1800">
              <a:latin typeface="Oranienbaum"/>
              <a:ea typeface="Oranienbaum"/>
              <a:cs typeface="Oranienbaum"/>
              <a:sym typeface="Oranienbaum"/>
            </a:endParaRPr>
          </a:p>
        </p:txBody>
      </p:sp>
      <p:sp>
        <p:nvSpPr>
          <p:cNvPr id="1136" name="Google Shape;1136;p58"/>
          <p:cNvSpPr txBox="1"/>
          <p:nvPr>
            <p:ph idx="4294967295" type="subTitle"/>
          </p:nvPr>
        </p:nvSpPr>
        <p:spPr>
          <a:xfrm>
            <a:off x="6254250" y="2901475"/>
            <a:ext cx="1723800" cy="4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800" b="1">
                <a:latin typeface="Oranienbaum"/>
              </a:rPr>
              <a:t>428 LOC</a:t>
            </a:r>
            <a:endParaRPr b="1" sz="1800">
              <a:latin typeface="Oranienbaum"/>
              <a:ea typeface="Oranienbaum"/>
              <a:cs typeface="Oranienbaum"/>
              <a:sym typeface="Oranienbaum"/>
            </a:endParaRPr>
          </a:p>
        </p:txBody>
      </p:sp>
      <p:grpSp>
        <p:nvGrpSpPr>
          <p:cNvPr id="1137" name="Google Shape;1137;p58"/>
          <p:cNvGrpSpPr/>
          <p:nvPr/>
        </p:nvGrpSpPr>
        <p:grpSpPr>
          <a:xfrm>
            <a:off x="815900" y="681625"/>
            <a:ext cx="7512200" cy="179100"/>
            <a:chOff x="815900" y="681625"/>
            <a:chExt cx="7512200" cy="179100"/>
          </a:xfrm>
        </p:grpSpPr>
        <p:sp>
          <p:nvSpPr>
            <p:cNvPr id="1138" name="Google Shape;1138;p58"/>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8"/>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TECHNOLOGY STACK</a:t>
            </a:r>
            <a:endParaRPr/>
          </a:p>
        </p:txBody>
      </p:sp>
      <p:sp>
        <p:nvSpPr>
          <p:cNvPr id="1145" name="Google Shape;1145;p59"/>
          <p:cNvSpPr/>
          <p:nvPr/>
        </p:nvSpPr>
        <p:spPr>
          <a:xfrm>
            <a:off x="946263" y="1567000"/>
            <a:ext cx="1665000" cy="2709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59"/>
          <p:cNvSpPr/>
          <p:nvPr/>
        </p:nvSpPr>
        <p:spPr>
          <a:xfrm>
            <a:off x="1550330" y="2442226"/>
            <a:ext cx="456865" cy="958499"/>
          </a:xfrm>
          <a:custGeom>
            <a:rect b="b" l="l" r="r" t="t"/>
            <a:pathLst>
              <a:path extrusionOk="0" h="23273" w="11093">
                <a:moveTo>
                  <a:pt x="5486" y="0"/>
                </a:moveTo>
                <a:cubicBezTo>
                  <a:pt x="5147" y="0"/>
                  <a:pt x="4876" y="285"/>
                  <a:pt x="4890" y="610"/>
                </a:cubicBezTo>
                <a:cubicBezTo>
                  <a:pt x="4890" y="854"/>
                  <a:pt x="5038" y="1057"/>
                  <a:pt x="5242" y="1152"/>
                </a:cubicBezTo>
                <a:cubicBezTo>
                  <a:pt x="4632" y="1680"/>
                  <a:pt x="2899" y="3346"/>
                  <a:pt x="2534" y="4375"/>
                </a:cubicBezTo>
                <a:cubicBezTo>
                  <a:pt x="1924" y="6122"/>
                  <a:pt x="2940" y="7259"/>
                  <a:pt x="3211" y="7855"/>
                </a:cubicBezTo>
                <a:cubicBezTo>
                  <a:pt x="3238" y="7923"/>
                  <a:pt x="3278" y="8018"/>
                  <a:pt x="3319" y="8099"/>
                </a:cubicBezTo>
                <a:lnTo>
                  <a:pt x="3346" y="8153"/>
                </a:lnTo>
                <a:cubicBezTo>
                  <a:pt x="3346" y="8153"/>
                  <a:pt x="2940" y="8574"/>
                  <a:pt x="3400" y="8776"/>
                </a:cubicBezTo>
                <a:cubicBezTo>
                  <a:pt x="3400" y="8926"/>
                  <a:pt x="3413" y="9169"/>
                  <a:pt x="3413" y="9169"/>
                </a:cubicBezTo>
                <a:cubicBezTo>
                  <a:pt x="3413" y="9169"/>
                  <a:pt x="2655" y="9480"/>
                  <a:pt x="2940" y="10157"/>
                </a:cubicBezTo>
                <a:cubicBezTo>
                  <a:pt x="1613" y="10347"/>
                  <a:pt x="1748" y="11336"/>
                  <a:pt x="3522" y="11363"/>
                </a:cubicBezTo>
                <a:cubicBezTo>
                  <a:pt x="3807" y="13570"/>
                  <a:pt x="3847" y="16008"/>
                  <a:pt x="2777" y="17783"/>
                </a:cubicBezTo>
                <a:cubicBezTo>
                  <a:pt x="2735" y="17769"/>
                  <a:pt x="2699" y="17763"/>
                  <a:pt x="2667" y="17763"/>
                </a:cubicBezTo>
                <a:cubicBezTo>
                  <a:pt x="2475" y="17763"/>
                  <a:pt x="2458" y="17989"/>
                  <a:pt x="2411" y="18175"/>
                </a:cubicBezTo>
                <a:cubicBezTo>
                  <a:pt x="2371" y="18406"/>
                  <a:pt x="1896" y="18947"/>
                  <a:pt x="1098" y="19448"/>
                </a:cubicBezTo>
                <a:cubicBezTo>
                  <a:pt x="298" y="19949"/>
                  <a:pt x="231" y="20342"/>
                  <a:pt x="488" y="20802"/>
                </a:cubicBezTo>
                <a:cubicBezTo>
                  <a:pt x="732" y="21263"/>
                  <a:pt x="1030" y="21398"/>
                  <a:pt x="1030" y="21398"/>
                </a:cubicBezTo>
                <a:lnTo>
                  <a:pt x="1030" y="21547"/>
                </a:lnTo>
                <a:cubicBezTo>
                  <a:pt x="1030" y="21547"/>
                  <a:pt x="0" y="21981"/>
                  <a:pt x="0" y="22468"/>
                </a:cubicBezTo>
                <a:cubicBezTo>
                  <a:pt x="14" y="22911"/>
                  <a:pt x="1153" y="23272"/>
                  <a:pt x="4763" y="23272"/>
                </a:cubicBezTo>
                <a:cubicBezTo>
                  <a:pt x="5010" y="23272"/>
                  <a:pt x="5269" y="23270"/>
                  <a:pt x="5540" y="23267"/>
                </a:cubicBezTo>
                <a:cubicBezTo>
                  <a:pt x="5812" y="23270"/>
                  <a:pt x="6071" y="23272"/>
                  <a:pt x="6319" y="23272"/>
                </a:cubicBezTo>
                <a:cubicBezTo>
                  <a:pt x="9940" y="23272"/>
                  <a:pt x="11079" y="22911"/>
                  <a:pt x="11093" y="22468"/>
                </a:cubicBezTo>
                <a:cubicBezTo>
                  <a:pt x="11093" y="21981"/>
                  <a:pt x="10049" y="21547"/>
                  <a:pt x="10049" y="21547"/>
                </a:cubicBezTo>
                <a:cubicBezTo>
                  <a:pt x="10049" y="21547"/>
                  <a:pt x="10049" y="21425"/>
                  <a:pt x="10063" y="21398"/>
                </a:cubicBezTo>
                <a:cubicBezTo>
                  <a:pt x="10063" y="21398"/>
                  <a:pt x="10347" y="21263"/>
                  <a:pt x="10605" y="20802"/>
                </a:cubicBezTo>
                <a:cubicBezTo>
                  <a:pt x="10849" y="20342"/>
                  <a:pt x="10795" y="19949"/>
                  <a:pt x="9995" y="19448"/>
                </a:cubicBezTo>
                <a:cubicBezTo>
                  <a:pt x="9197" y="18947"/>
                  <a:pt x="8722" y="18406"/>
                  <a:pt x="8668" y="18175"/>
                </a:cubicBezTo>
                <a:cubicBezTo>
                  <a:pt x="8633" y="17989"/>
                  <a:pt x="8618" y="17763"/>
                  <a:pt x="8426" y="17763"/>
                </a:cubicBezTo>
                <a:cubicBezTo>
                  <a:pt x="8394" y="17763"/>
                  <a:pt x="8358" y="17769"/>
                  <a:pt x="8316" y="17783"/>
                </a:cubicBezTo>
                <a:cubicBezTo>
                  <a:pt x="7246" y="16008"/>
                  <a:pt x="7286" y="13570"/>
                  <a:pt x="7571" y="11363"/>
                </a:cubicBezTo>
                <a:cubicBezTo>
                  <a:pt x="9332" y="11336"/>
                  <a:pt x="9480" y="10347"/>
                  <a:pt x="8153" y="10157"/>
                </a:cubicBezTo>
                <a:cubicBezTo>
                  <a:pt x="8438" y="9480"/>
                  <a:pt x="7680" y="9169"/>
                  <a:pt x="7680" y="9169"/>
                </a:cubicBezTo>
                <a:cubicBezTo>
                  <a:pt x="7680" y="9169"/>
                  <a:pt x="7680" y="8926"/>
                  <a:pt x="7693" y="8776"/>
                </a:cubicBezTo>
                <a:cubicBezTo>
                  <a:pt x="8153" y="8574"/>
                  <a:pt x="7747" y="8153"/>
                  <a:pt x="7747" y="8153"/>
                </a:cubicBezTo>
                <a:lnTo>
                  <a:pt x="7774" y="8099"/>
                </a:lnTo>
                <a:cubicBezTo>
                  <a:pt x="7815" y="8018"/>
                  <a:pt x="7855" y="7923"/>
                  <a:pt x="7882" y="7855"/>
                </a:cubicBezTo>
                <a:cubicBezTo>
                  <a:pt x="8153" y="7259"/>
                  <a:pt x="9169" y="6122"/>
                  <a:pt x="8546" y="4375"/>
                </a:cubicBezTo>
                <a:cubicBezTo>
                  <a:pt x="8180" y="3346"/>
                  <a:pt x="6461" y="1680"/>
                  <a:pt x="5851" y="1152"/>
                </a:cubicBezTo>
                <a:cubicBezTo>
                  <a:pt x="6055" y="1057"/>
                  <a:pt x="6203" y="854"/>
                  <a:pt x="6203" y="610"/>
                </a:cubicBezTo>
                <a:cubicBezTo>
                  <a:pt x="6217" y="285"/>
                  <a:pt x="5946" y="0"/>
                  <a:pt x="56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59"/>
          <p:cNvSpPr txBox="1"/>
          <p:nvPr>
            <p:ph idx="4294967295" type="subTitle"/>
          </p:nvPr>
        </p:nvSpPr>
        <p:spPr>
          <a:xfrm>
            <a:off x="2772088" y="1567000"/>
            <a:ext cx="1723800" cy="53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800" b="1">
                <a:latin typeface="Oranienbaum"/>
              </a:rPr>
              <a:t>ENGINE CORE</a:t>
            </a:r>
            <a:endParaRPr b="1" sz="2800">
              <a:latin typeface="Oranienbaum"/>
              <a:ea typeface="Oranienbaum"/>
              <a:cs typeface="Oranienbaum"/>
              <a:sym typeface="Oranienbaum"/>
            </a:endParaRPr>
          </a:p>
        </p:txBody>
      </p:sp>
      <p:sp>
        <p:nvSpPr>
          <p:cNvPr id="1148" name="Google Shape;1148;p59"/>
          <p:cNvSpPr txBox="1"/>
          <p:nvPr>
            <p:ph idx="4294967295" type="subTitle"/>
          </p:nvPr>
        </p:nvSpPr>
        <p:spPr>
          <a:xfrm>
            <a:off x="2772088" y="2008425"/>
            <a:ext cx="31323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A full-stack chess engine with search, evaluation, tuning, and GUI components</a:t>
            </a:r>
            <a:endParaRPr/>
          </a:p>
        </p:txBody>
      </p:sp>
      <p:sp>
        <p:nvSpPr>
          <p:cNvPr id="1149" name="Google Shape;1149;p59"/>
          <p:cNvSpPr txBox="1"/>
          <p:nvPr>
            <p:ph idx="4294967295" type="subTitle"/>
          </p:nvPr>
        </p:nvSpPr>
        <p:spPr>
          <a:xfrm>
            <a:off x="5337438" y="1991175"/>
            <a:ext cx="17238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800" b="1">
                <a:latin typeface="Oranienbaum"/>
              </a:rPr>
              <a:t>LANGUAGE:</a:t>
            </a:r>
            <a:endParaRPr b="1" sz="1800">
              <a:latin typeface="Oranienbaum"/>
              <a:ea typeface="Oranienbaum"/>
              <a:cs typeface="Oranienbaum"/>
              <a:sym typeface="Oranienbaum"/>
            </a:endParaRPr>
          </a:p>
        </p:txBody>
      </p:sp>
      <p:sp>
        <p:nvSpPr>
          <p:cNvPr id="1150" name="Google Shape;1150;p59"/>
          <p:cNvSpPr txBox="1"/>
          <p:nvPr>
            <p:ph idx="4294967295" type="subTitle"/>
          </p:nvPr>
        </p:nvSpPr>
        <p:spPr>
          <a:xfrm>
            <a:off x="2772088" y="2608725"/>
            <a:ext cx="17238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800" b="1">
                <a:latin typeface="Oranienbaum"/>
              </a:rPr>
              <a:t>LIBRARIES:</a:t>
            </a:r>
            <a:endParaRPr b="1" sz="1800">
              <a:latin typeface="Oranienbaum"/>
              <a:ea typeface="Oranienbaum"/>
              <a:cs typeface="Oranienbaum"/>
              <a:sym typeface="Oranienbaum"/>
            </a:endParaRPr>
          </a:p>
        </p:txBody>
      </p:sp>
      <p:sp>
        <p:nvSpPr>
          <p:cNvPr id="1151" name="Google Shape;1151;p59"/>
          <p:cNvSpPr txBox="1"/>
          <p:nvPr>
            <p:ph idx="4294967295" type="subTitle"/>
          </p:nvPr>
        </p:nvSpPr>
        <p:spPr>
          <a:xfrm>
            <a:off x="6370738" y="2008425"/>
            <a:ext cx="18270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Python 3.x</a:t>
            </a:r>
            <a:endParaRPr/>
          </a:p>
        </p:txBody>
      </p:sp>
      <p:sp>
        <p:nvSpPr>
          <p:cNvPr id="1152" name="Google Shape;1152;p59"/>
          <p:cNvSpPr txBox="1"/>
          <p:nvPr>
            <p:ph idx="4294967295" type="subTitle"/>
          </p:nvPr>
        </p:nvSpPr>
        <p:spPr>
          <a:xfrm>
            <a:off x="4433138" y="2625975"/>
            <a:ext cx="36417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python-chess, NumPy, SciPy (L-BFGS-B), Pygame</a:t>
            </a:r>
            <a:endParaRPr/>
          </a:p>
        </p:txBody>
      </p:sp>
      <p:sp>
        <p:nvSpPr>
          <p:cNvPr id="1153" name="Google Shape;1153;p59"/>
          <p:cNvSpPr txBox="1"/>
          <p:nvPr>
            <p:ph idx="4294967295" type="subTitle"/>
          </p:nvPr>
        </p:nvSpPr>
        <p:spPr>
          <a:xfrm>
            <a:off x="2772088" y="3755325"/>
            <a:ext cx="1693200" cy="6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The engine is modular: search.py, evaluation.py, texel_tuning.py, transposition.py, move_ordering.py</a:t>
            </a:r>
            <a:endParaRPr/>
          </a:p>
        </p:txBody>
      </p:sp>
      <p:sp>
        <p:nvSpPr>
          <p:cNvPr id="1154" name="Google Shape;1154;p59"/>
          <p:cNvSpPr/>
          <p:nvPr/>
        </p:nvSpPr>
        <p:spPr>
          <a:xfrm>
            <a:off x="2863987"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9"/>
          <p:cNvSpPr/>
          <p:nvPr/>
        </p:nvSpPr>
        <p:spPr>
          <a:xfrm>
            <a:off x="3138569"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9"/>
          <p:cNvSpPr/>
          <p:nvPr/>
        </p:nvSpPr>
        <p:spPr>
          <a:xfrm>
            <a:off x="3413151" y="352886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9"/>
          <p:cNvSpPr/>
          <p:nvPr/>
        </p:nvSpPr>
        <p:spPr>
          <a:xfrm>
            <a:off x="3687733" y="352886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9"/>
          <p:cNvSpPr/>
          <p:nvPr/>
        </p:nvSpPr>
        <p:spPr>
          <a:xfrm>
            <a:off x="3962315" y="352886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59"/>
          <p:cNvSpPr txBox="1"/>
          <p:nvPr>
            <p:ph idx="4294967295" type="subTitle"/>
          </p:nvPr>
        </p:nvSpPr>
        <p:spPr>
          <a:xfrm>
            <a:off x="2772088" y="3045925"/>
            <a:ext cx="9156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800" b="1">
                <a:latin typeface="Oranienbaum"/>
              </a:rPr>
              <a:t>SEARCH</a:t>
            </a:r>
            <a:endParaRPr b="1" sz="1800">
              <a:latin typeface="Oranienbaum"/>
              <a:ea typeface="Oranienbaum"/>
              <a:cs typeface="Oranienbaum"/>
              <a:sym typeface="Oranienbaum"/>
            </a:endParaRPr>
          </a:p>
        </p:txBody>
      </p:sp>
      <p:sp>
        <p:nvSpPr>
          <p:cNvPr id="1160" name="Google Shape;1160;p59"/>
          <p:cNvSpPr txBox="1"/>
          <p:nvPr>
            <p:ph idx="4294967295" type="subTitle"/>
          </p:nvPr>
        </p:nvSpPr>
        <p:spPr>
          <a:xfrm>
            <a:off x="3624963" y="3045925"/>
            <a:ext cx="549000" cy="46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1800" b="1">
                <a:latin typeface="Oranienbaum"/>
              </a:rPr>
              <a:t>470 LOC</a:t>
            </a:r>
            <a:endParaRPr b="1" sz="1800">
              <a:latin typeface="Oranienbaum"/>
              <a:ea typeface="Oranienbaum"/>
              <a:cs typeface="Oranienbaum"/>
              <a:sym typeface="Oranienbaum"/>
            </a:endParaRPr>
          </a:p>
        </p:txBody>
      </p:sp>
      <p:sp>
        <p:nvSpPr>
          <p:cNvPr id="1161" name="Google Shape;1161;p59"/>
          <p:cNvSpPr txBox="1"/>
          <p:nvPr>
            <p:ph idx="4294967295" type="subTitle"/>
          </p:nvPr>
        </p:nvSpPr>
        <p:spPr>
          <a:xfrm>
            <a:off x="4495888" y="3755325"/>
            <a:ext cx="1693200" cy="6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Negamax + α-β pruning with TT, NMP, LMR, PVS, quiescence search</a:t>
            </a:r>
            <a:endParaRPr/>
          </a:p>
        </p:txBody>
      </p:sp>
      <p:sp>
        <p:nvSpPr>
          <p:cNvPr id="1162" name="Google Shape;1162;p59"/>
          <p:cNvSpPr/>
          <p:nvPr/>
        </p:nvSpPr>
        <p:spPr>
          <a:xfrm>
            <a:off x="4587787"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59"/>
          <p:cNvSpPr/>
          <p:nvPr/>
        </p:nvSpPr>
        <p:spPr>
          <a:xfrm>
            <a:off x="4862369"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9"/>
          <p:cNvSpPr/>
          <p:nvPr/>
        </p:nvSpPr>
        <p:spPr>
          <a:xfrm>
            <a:off x="5136951"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59"/>
          <p:cNvSpPr/>
          <p:nvPr/>
        </p:nvSpPr>
        <p:spPr>
          <a:xfrm>
            <a:off x="5411533"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59"/>
          <p:cNvSpPr/>
          <p:nvPr/>
        </p:nvSpPr>
        <p:spPr>
          <a:xfrm>
            <a:off x="5686115" y="3528866"/>
            <a:ext cx="211800" cy="2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9"/>
          <p:cNvSpPr txBox="1"/>
          <p:nvPr>
            <p:ph idx="4294967295" type="subTitle"/>
          </p:nvPr>
        </p:nvSpPr>
        <p:spPr>
          <a:xfrm>
            <a:off x="4495888" y="3045925"/>
            <a:ext cx="9156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800" b="1">
                <a:latin typeface="Oranienbaum"/>
              </a:rPr>
              <a:t>EVALUATION</a:t>
            </a:r>
            <a:endParaRPr b="1" sz="1800">
              <a:latin typeface="Oranienbaum"/>
              <a:ea typeface="Oranienbaum"/>
              <a:cs typeface="Oranienbaum"/>
              <a:sym typeface="Oranienbaum"/>
            </a:endParaRPr>
          </a:p>
        </p:txBody>
      </p:sp>
      <p:sp>
        <p:nvSpPr>
          <p:cNvPr id="1168" name="Google Shape;1168;p59"/>
          <p:cNvSpPr txBox="1"/>
          <p:nvPr>
            <p:ph idx="4294967295" type="subTitle"/>
          </p:nvPr>
        </p:nvSpPr>
        <p:spPr>
          <a:xfrm>
            <a:off x="5348763" y="3045925"/>
            <a:ext cx="549000" cy="46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1800" b="1">
                <a:latin typeface="Oranienbaum"/>
              </a:rPr>
              <a:t>725 LOC</a:t>
            </a:r>
            <a:endParaRPr b="1" sz="1800">
              <a:latin typeface="Oranienbaum"/>
              <a:ea typeface="Oranienbaum"/>
              <a:cs typeface="Oranienbaum"/>
              <a:sym typeface="Oranienbaum"/>
            </a:endParaRPr>
          </a:p>
        </p:txBody>
      </p:sp>
      <p:sp>
        <p:nvSpPr>
          <p:cNvPr id="1169" name="Google Shape;1169;p59"/>
          <p:cNvSpPr txBox="1"/>
          <p:nvPr>
            <p:ph idx="4294967295" type="subTitle"/>
          </p:nvPr>
        </p:nvSpPr>
        <p:spPr>
          <a:xfrm>
            <a:off x="6219688" y="3755325"/>
            <a:ext cx="1693200" cy="6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Material + PST + pawn structure + king safety + endgame + Texel-tuned weights</a:t>
            </a:r>
            <a:endParaRPr/>
          </a:p>
        </p:txBody>
      </p:sp>
      <p:sp>
        <p:nvSpPr>
          <p:cNvPr id="1170" name="Google Shape;1170;p59"/>
          <p:cNvSpPr/>
          <p:nvPr/>
        </p:nvSpPr>
        <p:spPr>
          <a:xfrm>
            <a:off x="6311587"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59"/>
          <p:cNvSpPr/>
          <p:nvPr/>
        </p:nvSpPr>
        <p:spPr>
          <a:xfrm>
            <a:off x="6586169"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9"/>
          <p:cNvSpPr/>
          <p:nvPr/>
        </p:nvSpPr>
        <p:spPr>
          <a:xfrm>
            <a:off x="6860751"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9"/>
          <p:cNvSpPr/>
          <p:nvPr/>
        </p:nvSpPr>
        <p:spPr>
          <a:xfrm>
            <a:off x="7135333"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9"/>
          <p:cNvSpPr/>
          <p:nvPr/>
        </p:nvSpPr>
        <p:spPr>
          <a:xfrm>
            <a:off x="7409915" y="3528866"/>
            <a:ext cx="211800" cy="21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9"/>
          <p:cNvSpPr txBox="1"/>
          <p:nvPr>
            <p:ph idx="4294967295" type="subTitle"/>
          </p:nvPr>
        </p:nvSpPr>
        <p:spPr>
          <a:xfrm>
            <a:off x="6219688" y="3045925"/>
            <a:ext cx="9156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800" b="1">
                <a:latin typeface="Oranienbaum"/>
              </a:rPr>
              <a:t>TUNING</a:t>
            </a:r>
            <a:endParaRPr b="1" sz="1800">
              <a:latin typeface="Oranienbaum"/>
              <a:ea typeface="Oranienbaum"/>
              <a:cs typeface="Oranienbaum"/>
              <a:sym typeface="Oranienbaum"/>
            </a:endParaRPr>
          </a:p>
        </p:txBody>
      </p:sp>
      <p:sp>
        <p:nvSpPr>
          <p:cNvPr id="1176" name="Google Shape;1176;p59"/>
          <p:cNvSpPr txBox="1"/>
          <p:nvPr>
            <p:ph idx="4294967295" type="subTitle"/>
          </p:nvPr>
        </p:nvSpPr>
        <p:spPr>
          <a:xfrm>
            <a:off x="7072563" y="3045925"/>
            <a:ext cx="549000" cy="46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1800" b="1">
                <a:latin typeface="Oranienbaum"/>
              </a:rPr>
              <a:t>428 LOC</a:t>
            </a:r>
            <a:endParaRPr b="1" sz="1800">
              <a:latin typeface="Oranienbaum"/>
              <a:ea typeface="Oranienbaum"/>
              <a:cs typeface="Oranienbaum"/>
              <a:sym typeface="Oranienbaum"/>
            </a:endParaRPr>
          </a:p>
        </p:txBody>
      </p:sp>
      <p:cxnSp>
        <p:nvCxnSpPr>
          <p:cNvPr id="1177" name="Google Shape;1177;p59"/>
          <p:cNvCxnSpPr/>
          <p:nvPr/>
        </p:nvCxnSpPr>
        <p:spPr>
          <a:xfrm>
            <a:off x="2887488" y="2522575"/>
            <a:ext cx="5194800" cy="0"/>
          </a:xfrm>
          <a:prstGeom prst="straightConnector1">
            <a:avLst/>
          </a:prstGeom>
          <a:noFill/>
          <a:ln cap="flat" cmpd="sng" w="9525">
            <a:solidFill>
              <a:schemeClr val="dk1"/>
            </a:solidFill>
            <a:prstDash val="solid"/>
            <a:round/>
            <a:headEnd len="med" w="med" type="diamond"/>
            <a:tailEnd len="med" w="med" type="diamond"/>
          </a:ln>
        </p:spPr>
      </p:cxnSp>
      <p:grpSp>
        <p:nvGrpSpPr>
          <p:cNvPr id="1178" name="Google Shape;1178;p59"/>
          <p:cNvGrpSpPr/>
          <p:nvPr/>
        </p:nvGrpSpPr>
        <p:grpSpPr>
          <a:xfrm>
            <a:off x="815900" y="681625"/>
            <a:ext cx="7512200" cy="179100"/>
            <a:chOff x="815900" y="681625"/>
            <a:chExt cx="7512200" cy="179100"/>
          </a:xfrm>
        </p:grpSpPr>
        <p:sp>
          <p:nvSpPr>
            <p:cNvPr id="1179" name="Google Shape;1179;p59"/>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9"/>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ENGINE PIPELINE (PER MOVE)</a:t>
            </a:r>
            <a:endParaRPr/>
          </a:p>
        </p:txBody>
      </p:sp>
      <p:grpSp>
        <p:nvGrpSpPr>
          <p:cNvPr id="1186" name="Google Shape;1186;p60"/>
          <p:cNvGrpSpPr/>
          <p:nvPr/>
        </p:nvGrpSpPr>
        <p:grpSpPr>
          <a:xfrm>
            <a:off x="815900" y="681625"/>
            <a:ext cx="7512200" cy="179100"/>
            <a:chOff x="815900" y="681625"/>
            <a:chExt cx="7512200" cy="179100"/>
          </a:xfrm>
        </p:grpSpPr>
        <p:sp>
          <p:nvSpPr>
            <p:cNvPr id="1187" name="Google Shape;1187;p60"/>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60"/>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9" name="Google Shape;1189;p60"/>
          <p:cNvSpPr/>
          <p:nvPr/>
        </p:nvSpPr>
        <p:spPr>
          <a:xfrm>
            <a:off x="1080313" y="1706625"/>
            <a:ext cx="984000" cy="98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60"/>
          <p:cNvSpPr/>
          <p:nvPr/>
        </p:nvSpPr>
        <p:spPr>
          <a:xfrm>
            <a:off x="5079891" y="1706625"/>
            <a:ext cx="984000" cy="98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60"/>
          <p:cNvSpPr txBox="1"/>
          <p:nvPr>
            <p:ph idx="4294967295" type="subTitle"/>
          </p:nvPr>
        </p:nvSpPr>
        <p:spPr>
          <a:xfrm>
            <a:off x="4719591"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Polyglot book probe → return weighted-random book move if found</a:t>
            </a:r>
            <a:endParaRPr/>
          </a:p>
        </p:txBody>
      </p:sp>
      <p:sp>
        <p:nvSpPr>
          <p:cNvPr id="1192" name="Google Shape;1192;p60"/>
          <p:cNvSpPr txBox="1"/>
          <p:nvPr>
            <p:ph idx="4294967295" type="subTitle"/>
          </p:nvPr>
        </p:nvSpPr>
        <p:spPr>
          <a:xfrm>
            <a:off x="4719583"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OPENING BOOK</a:t>
            </a:r>
            <a:endParaRPr b="1" sz="2800">
              <a:latin typeface="Oranienbaum"/>
              <a:ea typeface="Oranienbaum"/>
              <a:cs typeface="Oranienbaum"/>
              <a:sym typeface="Oranienbaum"/>
            </a:endParaRPr>
          </a:p>
        </p:txBody>
      </p:sp>
      <p:sp>
        <p:nvSpPr>
          <p:cNvPr id="1193" name="Google Shape;1193;p60"/>
          <p:cNvSpPr txBox="1"/>
          <p:nvPr>
            <p:ph idx="4294967295" type="subTitle"/>
          </p:nvPr>
        </p:nvSpPr>
        <p:spPr>
          <a:xfrm>
            <a:off x="720033"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Iterative deepening: depth 1..N with dynamic endgame boost (+6 for ≤4 pieces)</a:t>
            </a:r>
            <a:endParaRPr/>
          </a:p>
        </p:txBody>
      </p:sp>
      <p:sp>
        <p:nvSpPr>
          <p:cNvPr id="1194" name="Google Shape;1194;p60"/>
          <p:cNvSpPr txBox="1"/>
          <p:nvPr>
            <p:ph idx="4294967295" type="subTitle"/>
          </p:nvPr>
        </p:nvSpPr>
        <p:spPr>
          <a:xfrm>
            <a:off x="720000"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SEARCH</a:t>
            </a:r>
            <a:endParaRPr b="1" sz="2800">
              <a:latin typeface="Oranienbaum"/>
              <a:ea typeface="Oranienbaum"/>
              <a:cs typeface="Oranienbaum"/>
              <a:sym typeface="Oranienbaum"/>
            </a:endParaRPr>
          </a:p>
        </p:txBody>
      </p:sp>
      <p:sp>
        <p:nvSpPr>
          <p:cNvPr id="1195" name="Google Shape;1195;p60"/>
          <p:cNvSpPr txBox="1"/>
          <p:nvPr>
            <p:ph idx="4294967295" type="subTitle"/>
          </p:nvPr>
        </p:nvSpPr>
        <p:spPr>
          <a:xfrm>
            <a:off x="2719791" y="211955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Tapered eval: Material + PST + Pawn + King safety + Endgame heuristics</a:t>
            </a:r>
            <a:endParaRPr/>
          </a:p>
        </p:txBody>
      </p:sp>
      <p:sp>
        <p:nvSpPr>
          <p:cNvPr id="1196" name="Google Shape;1196;p60"/>
          <p:cNvSpPr txBox="1"/>
          <p:nvPr>
            <p:ph idx="4294967295" type="subTitle"/>
          </p:nvPr>
        </p:nvSpPr>
        <p:spPr>
          <a:xfrm>
            <a:off x="2719792" y="165550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EVALUATE</a:t>
            </a:r>
            <a:endParaRPr b="1" sz="2800">
              <a:latin typeface="Oranienbaum"/>
              <a:ea typeface="Oranienbaum"/>
              <a:cs typeface="Oranienbaum"/>
              <a:sym typeface="Oranienbaum"/>
            </a:endParaRPr>
          </a:p>
        </p:txBody>
      </p:sp>
      <p:sp>
        <p:nvSpPr>
          <p:cNvPr id="1197" name="Google Shape;1197;p60"/>
          <p:cNvSpPr/>
          <p:nvPr/>
        </p:nvSpPr>
        <p:spPr>
          <a:xfrm>
            <a:off x="3080091" y="3279600"/>
            <a:ext cx="984000" cy="98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60"/>
          <p:cNvSpPr txBox="1"/>
          <p:nvPr>
            <p:ph idx="4294967295" type="subTitle"/>
          </p:nvPr>
        </p:nvSpPr>
        <p:spPr>
          <a:xfrm>
            <a:off x="6719408" y="211955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Syzygy probe for ≤5 pieces → return DTZ-optimal move</a:t>
            </a:r>
            <a:endParaRPr/>
          </a:p>
        </p:txBody>
      </p:sp>
      <p:sp>
        <p:nvSpPr>
          <p:cNvPr id="1199" name="Google Shape;1199;p60"/>
          <p:cNvSpPr txBox="1"/>
          <p:nvPr>
            <p:ph idx="4294967295" type="subTitle"/>
          </p:nvPr>
        </p:nvSpPr>
        <p:spPr>
          <a:xfrm>
            <a:off x="6719375" y="165550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TABLEBASE</a:t>
            </a:r>
            <a:endParaRPr b="1" sz="2800">
              <a:latin typeface="Oranienbaum"/>
              <a:ea typeface="Oranienbaum"/>
              <a:cs typeface="Oranienbaum"/>
              <a:sym typeface="Oranienbaum"/>
            </a:endParaRPr>
          </a:p>
        </p:txBody>
      </p:sp>
      <p:sp>
        <p:nvSpPr>
          <p:cNvPr id="1200" name="Google Shape;1200;p60"/>
          <p:cNvSpPr/>
          <p:nvPr/>
        </p:nvSpPr>
        <p:spPr>
          <a:xfrm>
            <a:off x="7079663" y="3279600"/>
            <a:ext cx="984000" cy="98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60"/>
          <p:cNvSpPr/>
          <p:nvPr/>
        </p:nvSpPr>
        <p:spPr>
          <a:xfrm>
            <a:off x="1373538" y="1999592"/>
            <a:ext cx="397549" cy="398066"/>
          </a:xfrm>
          <a:custGeom>
            <a:rect b="b" l="l" r="r" t="t"/>
            <a:pathLst>
              <a:path extrusionOk="0" h="10795" w="10781">
                <a:moveTo>
                  <a:pt x="5390" y="1924"/>
                </a:moveTo>
                <a:cubicBezTo>
                  <a:pt x="7137" y="1924"/>
                  <a:pt x="8586" y="3224"/>
                  <a:pt x="8830" y="4890"/>
                </a:cubicBezTo>
                <a:lnTo>
                  <a:pt x="8830" y="4944"/>
                </a:lnTo>
                <a:cubicBezTo>
                  <a:pt x="8735" y="4917"/>
                  <a:pt x="8641" y="4890"/>
                  <a:pt x="8532" y="4876"/>
                </a:cubicBezTo>
                <a:cubicBezTo>
                  <a:pt x="7543" y="4632"/>
                  <a:pt x="6487" y="4497"/>
                  <a:pt x="5390" y="4497"/>
                </a:cubicBezTo>
                <a:cubicBezTo>
                  <a:pt x="4307" y="4497"/>
                  <a:pt x="3236" y="4632"/>
                  <a:pt x="2248" y="4876"/>
                </a:cubicBezTo>
                <a:cubicBezTo>
                  <a:pt x="2153" y="4903"/>
                  <a:pt x="2045" y="4917"/>
                  <a:pt x="1950" y="4944"/>
                </a:cubicBezTo>
                <a:cubicBezTo>
                  <a:pt x="1950" y="4930"/>
                  <a:pt x="1950" y="4917"/>
                  <a:pt x="1963" y="4890"/>
                </a:cubicBezTo>
                <a:cubicBezTo>
                  <a:pt x="2207" y="3224"/>
                  <a:pt x="3643" y="1924"/>
                  <a:pt x="5390" y="1924"/>
                </a:cubicBezTo>
                <a:close/>
                <a:moveTo>
                  <a:pt x="5430" y="4768"/>
                </a:moveTo>
                <a:cubicBezTo>
                  <a:pt x="5837" y="4768"/>
                  <a:pt x="6162" y="5093"/>
                  <a:pt x="6162" y="5499"/>
                </a:cubicBezTo>
                <a:cubicBezTo>
                  <a:pt x="6162" y="5905"/>
                  <a:pt x="5837" y="6230"/>
                  <a:pt x="5430" y="6230"/>
                </a:cubicBezTo>
                <a:cubicBezTo>
                  <a:pt x="5024" y="6230"/>
                  <a:pt x="4699" y="5905"/>
                  <a:pt x="4699" y="5499"/>
                </a:cubicBezTo>
                <a:cubicBezTo>
                  <a:pt x="4699" y="5093"/>
                  <a:pt x="5024" y="4768"/>
                  <a:pt x="5430" y="4768"/>
                </a:cubicBezTo>
                <a:close/>
                <a:moveTo>
                  <a:pt x="4212" y="6230"/>
                </a:moveTo>
                <a:lnTo>
                  <a:pt x="4361" y="8709"/>
                </a:lnTo>
                <a:cubicBezTo>
                  <a:pt x="3345" y="8397"/>
                  <a:pt x="2532" y="7626"/>
                  <a:pt x="2153" y="6637"/>
                </a:cubicBezTo>
                <a:lnTo>
                  <a:pt x="2438" y="6556"/>
                </a:lnTo>
                <a:cubicBezTo>
                  <a:pt x="3007" y="6393"/>
                  <a:pt x="3603" y="6299"/>
                  <a:pt x="4212" y="6230"/>
                </a:cubicBezTo>
                <a:close/>
                <a:moveTo>
                  <a:pt x="6568" y="6230"/>
                </a:moveTo>
                <a:cubicBezTo>
                  <a:pt x="7191" y="6299"/>
                  <a:pt x="7774" y="6393"/>
                  <a:pt x="8343" y="6556"/>
                </a:cubicBezTo>
                <a:lnTo>
                  <a:pt x="8627" y="6637"/>
                </a:lnTo>
                <a:cubicBezTo>
                  <a:pt x="8247" y="7626"/>
                  <a:pt x="7435" y="8397"/>
                  <a:pt x="6420" y="8709"/>
                </a:cubicBezTo>
                <a:lnTo>
                  <a:pt x="6568" y="6230"/>
                </a:lnTo>
                <a:close/>
                <a:moveTo>
                  <a:pt x="5390" y="1"/>
                </a:moveTo>
                <a:cubicBezTo>
                  <a:pt x="2424" y="1"/>
                  <a:pt x="0" y="2426"/>
                  <a:pt x="0" y="5391"/>
                </a:cubicBezTo>
                <a:lnTo>
                  <a:pt x="0" y="5567"/>
                </a:lnTo>
                <a:cubicBezTo>
                  <a:pt x="13" y="6136"/>
                  <a:pt x="122" y="6678"/>
                  <a:pt x="298" y="7178"/>
                </a:cubicBezTo>
                <a:cubicBezTo>
                  <a:pt x="1043" y="9278"/>
                  <a:pt x="3047" y="10795"/>
                  <a:pt x="5390" y="10795"/>
                </a:cubicBezTo>
                <a:cubicBezTo>
                  <a:pt x="7733" y="10795"/>
                  <a:pt x="9737" y="9278"/>
                  <a:pt x="10482" y="7178"/>
                </a:cubicBezTo>
                <a:cubicBezTo>
                  <a:pt x="10658" y="6678"/>
                  <a:pt x="10766" y="6122"/>
                  <a:pt x="10780" y="5567"/>
                </a:cubicBezTo>
                <a:lnTo>
                  <a:pt x="10780" y="5391"/>
                </a:lnTo>
                <a:cubicBezTo>
                  <a:pt x="10780" y="2426"/>
                  <a:pt x="8370" y="1"/>
                  <a:pt x="53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2" name="Google Shape;1202;p60"/>
          <p:cNvGrpSpPr/>
          <p:nvPr/>
        </p:nvGrpSpPr>
        <p:grpSpPr>
          <a:xfrm>
            <a:off x="7365889" y="3565826"/>
            <a:ext cx="411547" cy="411547"/>
            <a:chOff x="4640568" y="3713038"/>
            <a:chExt cx="356534" cy="356534"/>
          </a:xfrm>
        </p:grpSpPr>
        <p:sp>
          <p:nvSpPr>
            <p:cNvPr id="1203" name="Google Shape;1203;p60"/>
            <p:cNvSpPr/>
            <p:nvPr/>
          </p:nvSpPr>
          <p:spPr>
            <a:xfrm>
              <a:off x="4640568" y="3713038"/>
              <a:ext cx="356534" cy="356534"/>
            </a:xfrm>
            <a:custGeom>
              <a:rect b="b" l="l" r="r" t="t"/>
              <a:pathLst>
                <a:path extrusionOk="0" h="11160" w="11160">
                  <a:moveTo>
                    <a:pt x="6501" y="2478"/>
                  </a:moveTo>
                  <a:cubicBezTo>
                    <a:pt x="7543" y="2790"/>
                    <a:pt x="8370" y="3616"/>
                    <a:pt x="8681" y="4659"/>
                  </a:cubicBezTo>
                  <a:lnTo>
                    <a:pt x="8031" y="4659"/>
                  </a:lnTo>
                  <a:cubicBezTo>
                    <a:pt x="7883" y="4659"/>
                    <a:pt x="7747" y="4780"/>
                    <a:pt x="7747" y="4943"/>
                  </a:cubicBezTo>
                  <a:lnTo>
                    <a:pt x="7747" y="6216"/>
                  </a:lnTo>
                  <a:cubicBezTo>
                    <a:pt x="7747" y="6379"/>
                    <a:pt x="7883" y="6501"/>
                    <a:pt x="8031" y="6501"/>
                  </a:cubicBezTo>
                  <a:lnTo>
                    <a:pt x="8681" y="6501"/>
                  </a:lnTo>
                  <a:cubicBezTo>
                    <a:pt x="8370" y="7543"/>
                    <a:pt x="7543" y="8370"/>
                    <a:pt x="6501" y="8681"/>
                  </a:cubicBezTo>
                  <a:lnTo>
                    <a:pt x="6501" y="8031"/>
                  </a:lnTo>
                  <a:cubicBezTo>
                    <a:pt x="6501" y="7882"/>
                    <a:pt x="6379" y="7747"/>
                    <a:pt x="6216" y="7747"/>
                  </a:cubicBezTo>
                  <a:lnTo>
                    <a:pt x="4943" y="7747"/>
                  </a:lnTo>
                  <a:cubicBezTo>
                    <a:pt x="4781" y="7747"/>
                    <a:pt x="4659" y="7882"/>
                    <a:pt x="4659" y="8031"/>
                  </a:cubicBezTo>
                  <a:lnTo>
                    <a:pt x="4659" y="8681"/>
                  </a:lnTo>
                  <a:cubicBezTo>
                    <a:pt x="3616" y="8370"/>
                    <a:pt x="2791" y="7543"/>
                    <a:pt x="2479" y="6501"/>
                  </a:cubicBezTo>
                  <a:lnTo>
                    <a:pt x="3129" y="6501"/>
                  </a:lnTo>
                  <a:cubicBezTo>
                    <a:pt x="3291" y="6501"/>
                    <a:pt x="3413" y="6379"/>
                    <a:pt x="3413" y="6216"/>
                  </a:cubicBezTo>
                  <a:lnTo>
                    <a:pt x="3413" y="4943"/>
                  </a:lnTo>
                  <a:cubicBezTo>
                    <a:pt x="3413" y="4780"/>
                    <a:pt x="3291" y="4659"/>
                    <a:pt x="3129" y="4659"/>
                  </a:cubicBezTo>
                  <a:lnTo>
                    <a:pt x="2479" y="4659"/>
                  </a:lnTo>
                  <a:cubicBezTo>
                    <a:pt x="2791" y="3616"/>
                    <a:pt x="3616" y="2790"/>
                    <a:pt x="4659" y="2478"/>
                  </a:cubicBezTo>
                  <a:lnTo>
                    <a:pt x="4659" y="3128"/>
                  </a:lnTo>
                  <a:cubicBezTo>
                    <a:pt x="4659" y="3291"/>
                    <a:pt x="4781" y="3413"/>
                    <a:pt x="4943" y="3413"/>
                  </a:cubicBezTo>
                  <a:lnTo>
                    <a:pt x="6216" y="3413"/>
                  </a:lnTo>
                  <a:cubicBezTo>
                    <a:pt x="6379" y="3413"/>
                    <a:pt x="6501" y="3291"/>
                    <a:pt x="6501" y="3128"/>
                  </a:cubicBezTo>
                  <a:lnTo>
                    <a:pt x="6501" y="2478"/>
                  </a:lnTo>
                  <a:close/>
                  <a:moveTo>
                    <a:pt x="4943" y="0"/>
                  </a:moveTo>
                  <a:cubicBezTo>
                    <a:pt x="4781" y="0"/>
                    <a:pt x="4659" y="136"/>
                    <a:pt x="4659" y="284"/>
                  </a:cubicBezTo>
                  <a:lnTo>
                    <a:pt x="4659" y="1165"/>
                  </a:lnTo>
                  <a:cubicBezTo>
                    <a:pt x="2912" y="1530"/>
                    <a:pt x="1531" y="2912"/>
                    <a:pt x="1165" y="4659"/>
                  </a:cubicBezTo>
                  <a:lnTo>
                    <a:pt x="285" y="4659"/>
                  </a:lnTo>
                  <a:cubicBezTo>
                    <a:pt x="136" y="4659"/>
                    <a:pt x="1" y="4780"/>
                    <a:pt x="1" y="4943"/>
                  </a:cubicBezTo>
                  <a:lnTo>
                    <a:pt x="1" y="6216"/>
                  </a:lnTo>
                  <a:cubicBezTo>
                    <a:pt x="1" y="6379"/>
                    <a:pt x="136" y="6501"/>
                    <a:pt x="285" y="6501"/>
                  </a:cubicBezTo>
                  <a:lnTo>
                    <a:pt x="1165" y="6501"/>
                  </a:lnTo>
                  <a:cubicBezTo>
                    <a:pt x="1531" y="8247"/>
                    <a:pt x="2912" y="9629"/>
                    <a:pt x="4659" y="9995"/>
                  </a:cubicBezTo>
                  <a:lnTo>
                    <a:pt x="4659" y="10875"/>
                  </a:lnTo>
                  <a:cubicBezTo>
                    <a:pt x="4659" y="11037"/>
                    <a:pt x="4781" y="11160"/>
                    <a:pt x="4943" y="11160"/>
                  </a:cubicBezTo>
                  <a:lnTo>
                    <a:pt x="6216" y="11160"/>
                  </a:lnTo>
                  <a:cubicBezTo>
                    <a:pt x="6379" y="11160"/>
                    <a:pt x="6501" y="11037"/>
                    <a:pt x="6501" y="10875"/>
                  </a:cubicBezTo>
                  <a:lnTo>
                    <a:pt x="6501" y="9995"/>
                  </a:lnTo>
                  <a:cubicBezTo>
                    <a:pt x="8248" y="9629"/>
                    <a:pt x="9629" y="8247"/>
                    <a:pt x="9995" y="6501"/>
                  </a:cubicBezTo>
                  <a:lnTo>
                    <a:pt x="10875" y="6501"/>
                  </a:lnTo>
                  <a:cubicBezTo>
                    <a:pt x="11038" y="6501"/>
                    <a:pt x="11160" y="6379"/>
                    <a:pt x="11160" y="6216"/>
                  </a:cubicBezTo>
                  <a:lnTo>
                    <a:pt x="11160" y="4943"/>
                  </a:lnTo>
                  <a:cubicBezTo>
                    <a:pt x="11160" y="4780"/>
                    <a:pt x="11038" y="4659"/>
                    <a:pt x="10875" y="4659"/>
                  </a:cubicBezTo>
                  <a:lnTo>
                    <a:pt x="9995" y="4659"/>
                  </a:lnTo>
                  <a:cubicBezTo>
                    <a:pt x="9629" y="2912"/>
                    <a:pt x="8248" y="1530"/>
                    <a:pt x="6501" y="1165"/>
                  </a:cubicBezTo>
                  <a:lnTo>
                    <a:pt x="6501" y="284"/>
                  </a:lnTo>
                  <a:cubicBezTo>
                    <a:pt x="6501" y="136"/>
                    <a:pt x="6379" y="0"/>
                    <a:pt x="62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60"/>
            <p:cNvSpPr/>
            <p:nvPr/>
          </p:nvSpPr>
          <p:spPr>
            <a:xfrm>
              <a:off x="4785520" y="3857957"/>
              <a:ext cx="66642" cy="66674"/>
            </a:xfrm>
            <a:custGeom>
              <a:rect b="b" l="l" r="r" t="t"/>
              <a:pathLst>
                <a:path extrusionOk="0" h="2087" w="2086">
                  <a:moveTo>
                    <a:pt x="1043" y="1"/>
                  </a:moveTo>
                  <a:cubicBezTo>
                    <a:pt x="475" y="1"/>
                    <a:pt x="0" y="475"/>
                    <a:pt x="0" y="1044"/>
                  </a:cubicBezTo>
                  <a:cubicBezTo>
                    <a:pt x="0" y="1613"/>
                    <a:pt x="475" y="2086"/>
                    <a:pt x="1043" y="2086"/>
                  </a:cubicBezTo>
                  <a:cubicBezTo>
                    <a:pt x="1612" y="2086"/>
                    <a:pt x="2086" y="1613"/>
                    <a:pt x="2086" y="1044"/>
                  </a:cubicBezTo>
                  <a:cubicBezTo>
                    <a:pt x="2086" y="475"/>
                    <a:pt x="1612" y="1"/>
                    <a:pt x="10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5" name="Google Shape;1205;p60"/>
          <p:cNvSpPr/>
          <p:nvPr/>
        </p:nvSpPr>
        <p:spPr>
          <a:xfrm>
            <a:off x="3435470" y="3573581"/>
            <a:ext cx="273244" cy="396038"/>
          </a:xfrm>
          <a:custGeom>
            <a:rect b="b" l="l" r="r" t="t"/>
            <a:pathLst>
              <a:path extrusionOk="0" h="10740" w="7410">
                <a:moveTo>
                  <a:pt x="6041" y="1300"/>
                </a:moveTo>
                <a:cubicBezTo>
                  <a:pt x="6176" y="1300"/>
                  <a:pt x="6299" y="1422"/>
                  <a:pt x="6299" y="1557"/>
                </a:cubicBezTo>
                <a:lnTo>
                  <a:pt x="6299" y="4266"/>
                </a:lnTo>
                <a:cubicBezTo>
                  <a:pt x="6299" y="4415"/>
                  <a:pt x="6176" y="4524"/>
                  <a:pt x="6041" y="4524"/>
                </a:cubicBezTo>
                <a:lnTo>
                  <a:pt x="1369" y="4524"/>
                </a:lnTo>
                <a:cubicBezTo>
                  <a:pt x="1234" y="4524"/>
                  <a:pt x="1111" y="4415"/>
                  <a:pt x="1111" y="4266"/>
                </a:cubicBezTo>
                <a:lnTo>
                  <a:pt x="1111" y="1557"/>
                </a:lnTo>
                <a:cubicBezTo>
                  <a:pt x="1111" y="1422"/>
                  <a:pt x="1234" y="1300"/>
                  <a:pt x="1369" y="1300"/>
                </a:cubicBezTo>
                <a:close/>
                <a:moveTo>
                  <a:pt x="6176" y="5634"/>
                </a:moveTo>
                <a:cubicBezTo>
                  <a:pt x="6245" y="5634"/>
                  <a:pt x="6299" y="5688"/>
                  <a:pt x="6299" y="5755"/>
                </a:cubicBezTo>
                <a:lnTo>
                  <a:pt x="6299" y="6270"/>
                </a:lnTo>
                <a:cubicBezTo>
                  <a:pt x="6299" y="6338"/>
                  <a:pt x="6245" y="6392"/>
                  <a:pt x="6176" y="6392"/>
                </a:cubicBezTo>
                <a:lnTo>
                  <a:pt x="1247" y="6392"/>
                </a:lnTo>
                <a:cubicBezTo>
                  <a:pt x="1180" y="6392"/>
                  <a:pt x="1111" y="6338"/>
                  <a:pt x="1111" y="6270"/>
                </a:cubicBezTo>
                <a:lnTo>
                  <a:pt x="1111" y="5755"/>
                </a:lnTo>
                <a:cubicBezTo>
                  <a:pt x="1111" y="5688"/>
                  <a:pt x="1180" y="5634"/>
                  <a:pt x="1247" y="5634"/>
                </a:cubicBezTo>
                <a:close/>
                <a:moveTo>
                  <a:pt x="5608" y="7408"/>
                </a:moveTo>
                <a:cubicBezTo>
                  <a:pt x="6095" y="7408"/>
                  <a:pt x="6501" y="7814"/>
                  <a:pt x="6501" y="8301"/>
                </a:cubicBezTo>
                <a:cubicBezTo>
                  <a:pt x="6501" y="8803"/>
                  <a:pt x="6095" y="9209"/>
                  <a:pt x="5608" y="9209"/>
                </a:cubicBezTo>
                <a:cubicBezTo>
                  <a:pt x="5107" y="9209"/>
                  <a:pt x="4701" y="8803"/>
                  <a:pt x="4701" y="8301"/>
                </a:cubicBezTo>
                <a:cubicBezTo>
                  <a:pt x="4701" y="7814"/>
                  <a:pt x="5107" y="7408"/>
                  <a:pt x="5608" y="7408"/>
                </a:cubicBezTo>
                <a:close/>
                <a:moveTo>
                  <a:pt x="2168" y="7042"/>
                </a:moveTo>
                <a:cubicBezTo>
                  <a:pt x="2411" y="7042"/>
                  <a:pt x="2601" y="7232"/>
                  <a:pt x="2601" y="7476"/>
                </a:cubicBezTo>
                <a:lnTo>
                  <a:pt x="2601" y="7882"/>
                </a:lnTo>
                <a:lnTo>
                  <a:pt x="3007" y="7882"/>
                </a:lnTo>
                <a:cubicBezTo>
                  <a:pt x="3238" y="7882"/>
                  <a:pt x="3441" y="8072"/>
                  <a:pt x="3441" y="8301"/>
                </a:cubicBezTo>
                <a:cubicBezTo>
                  <a:pt x="3441" y="8545"/>
                  <a:pt x="3238" y="8735"/>
                  <a:pt x="3007" y="8735"/>
                </a:cubicBezTo>
                <a:lnTo>
                  <a:pt x="2601" y="8735"/>
                </a:lnTo>
                <a:lnTo>
                  <a:pt x="2601" y="9141"/>
                </a:lnTo>
                <a:cubicBezTo>
                  <a:pt x="2601" y="9372"/>
                  <a:pt x="2411" y="9574"/>
                  <a:pt x="2168" y="9574"/>
                </a:cubicBezTo>
                <a:cubicBezTo>
                  <a:pt x="1938" y="9574"/>
                  <a:pt x="1748" y="9372"/>
                  <a:pt x="1748" y="9141"/>
                </a:cubicBezTo>
                <a:lnTo>
                  <a:pt x="1748" y="8735"/>
                </a:lnTo>
                <a:lnTo>
                  <a:pt x="1342" y="8735"/>
                </a:lnTo>
                <a:cubicBezTo>
                  <a:pt x="1098" y="8735"/>
                  <a:pt x="909" y="8545"/>
                  <a:pt x="909" y="8301"/>
                </a:cubicBezTo>
                <a:cubicBezTo>
                  <a:pt x="909" y="8072"/>
                  <a:pt x="1098" y="7882"/>
                  <a:pt x="1342" y="7882"/>
                </a:cubicBezTo>
                <a:lnTo>
                  <a:pt x="1748" y="7882"/>
                </a:lnTo>
                <a:lnTo>
                  <a:pt x="1748" y="7476"/>
                </a:lnTo>
                <a:cubicBezTo>
                  <a:pt x="1748" y="7232"/>
                  <a:pt x="1938" y="7042"/>
                  <a:pt x="2168" y="7042"/>
                </a:cubicBezTo>
                <a:close/>
                <a:moveTo>
                  <a:pt x="380" y="0"/>
                </a:moveTo>
                <a:cubicBezTo>
                  <a:pt x="177" y="0"/>
                  <a:pt x="1" y="176"/>
                  <a:pt x="1" y="392"/>
                </a:cubicBezTo>
                <a:lnTo>
                  <a:pt x="1" y="10360"/>
                </a:lnTo>
                <a:cubicBezTo>
                  <a:pt x="1" y="10577"/>
                  <a:pt x="177" y="10739"/>
                  <a:pt x="380" y="10739"/>
                </a:cubicBezTo>
                <a:lnTo>
                  <a:pt x="7030" y="10739"/>
                </a:lnTo>
                <a:cubicBezTo>
                  <a:pt x="7233" y="10739"/>
                  <a:pt x="7409" y="10577"/>
                  <a:pt x="7409" y="10360"/>
                </a:cubicBezTo>
                <a:lnTo>
                  <a:pt x="7409" y="392"/>
                </a:lnTo>
                <a:cubicBezTo>
                  <a:pt x="7409" y="176"/>
                  <a:pt x="7233" y="0"/>
                  <a:pt x="7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60"/>
          <p:cNvSpPr/>
          <p:nvPr/>
        </p:nvSpPr>
        <p:spPr>
          <a:xfrm>
            <a:off x="5366627" y="1997085"/>
            <a:ext cx="410529" cy="403081"/>
          </a:xfrm>
          <a:custGeom>
            <a:rect b="b" l="l" r="r" t="t"/>
            <a:pathLst>
              <a:path extrusionOk="0" h="10931" w="11133">
                <a:moveTo>
                  <a:pt x="4686" y="4741"/>
                </a:moveTo>
                <a:cubicBezTo>
                  <a:pt x="4836" y="4741"/>
                  <a:pt x="4971" y="4755"/>
                  <a:pt x="5092" y="4795"/>
                </a:cubicBezTo>
                <a:lnTo>
                  <a:pt x="4890" y="5432"/>
                </a:lnTo>
                <a:cubicBezTo>
                  <a:pt x="4822" y="5418"/>
                  <a:pt x="4754" y="5405"/>
                  <a:pt x="4686" y="5405"/>
                </a:cubicBezTo>
                <a:cubicBezTo>
                  <a:pt x="4226" y="5405"/>
                  <a:pt x="3846" y="5784"/>
                  <a:pt x="3846" y="6245"/>
                </a:cubicBezTo>
                <a:cubicBezTo>
                  <a:pt x="3846" y="6705"/>
                  <a:pt x="4226" y="7084"/>
                  <a:pt x="4686" y="7084"/>
                </a:cubicBezTo>
                <a:cubicBezTo>
                  <a:pt x="5134" y="7084"/>
                  <a:pt x="5499" y="6732"/>
                  <a:pt x="5526" y="6285"/>
                </a:cubicBezTo>
                <a:lnTo>
                  <a:pt x="6190" y="6055"/>
                </a:lnTo>
                <a:cubicBezTo>
                  <a:pt x="6190" y="6122"/>
                  <a:pt x="6203" y="6176"/>
                  <a:pt x="6203" y="6245"/>
                </a:cubicBezTo>
                <a:cubicBezTo>
                  <a:pt x="6203" y="7084"/>
                  <a:pt x="5526" y="7761"/>
                  <a:pt x="4686" y="7761"/>
                </a:cubicBezTo>
                <a:cubicBezTo>
                  <a:pt x="3861" y="7761"/>
                  <a:pt x="3183" y="7084"/>
                  <a:pt x="3183" y="6245"/>
                </a:cubicBezTo>
                <a:cubicBezTo>
                  <a:pt x="3183" y="5418"/>
                  <a:pt x="3861" y="4741"/>
                  <a:pt x="4686" y="4741"/>
                </a:cubicBezTo>
                <a:close/>
                <a:moveTo>
                  <a:pt x="4686" y="2737"/>
                </a:moveTo>
                <a:cubicBezTo>
                  <a:pt x="5567" y="2737"/>
                  <a:pt x="6365" y="3062"/>
                  <a:pt x="6975" y="3590"/>
                </a:cubicBezTo>
                <a:lnTo>
                  <a:pt x="6461" y="4105"/>
                </a:lnTo>
                <a:cubicBezTo>
                  <a:pt x="5973" y="3699"/>
                  <a:pt x="5363" y="3468"/>
                  <a:pt x="4686" y="3468"/>
                </a:cubicBezTo>
                <a:cubicBezTo>
                  <a:pt x="3156" y="3468"/>
                  <a:pt x="1910" y="4714"/>
                  <a:pt x="1910" y="6245"/>
                </a:cubicBezTo>
                <a:cubicBezTo>
                  <a:pt x="1910" y="7774"/>
                  <a:pt x="3156" y="9034"/>
                  <a:pt x="4686" y="9034"/>
                </a:cubicBezTo>
                <a:cubicBezTo>
                  <a:pt x="6217" y="9034"/>
                  <a:pt x="7476" y="7774"/>
                  <a:pt x="7476" y="6245"/>
                </a:cubicBezTo>
                <a:cubicBezTo>
                  <a:pt x="7476" y="5662"/>
                  <a:pt x="7286" y="5120"/>
                  <a:pt x="6975" y="4674"/>
                </a:cubicBezTo>
                <a:lnTo>
                  <a:pt x="7503" y="4145"/>
                </a:lnTo>
                <a:cubicBezTo>
                  <a:pt x="7936" y="4741"/>
                  <a:pt x="8194" y="5459"/>
                  <a:pt x="8194" y="6245"/>
                </a:cubicBezTo>
                <a:cubicBezTo>
                  <a:pt x="8194" y="8181"/>
                  <a:pt x="6623" y="9752"/>
                  <a:pt x="4686" y="9752"/>
                </a:cubicBezTo>
                <a:cubicBezTo>
                  <a:pt x="2750" y="9752"/>
                  <a:pt x="1179" y="8181"/>
                  <a:pt x="1179" y="6245"/>
                </a:cubicBezTo>
                <a:cubicBezTo>
                  <a:pt x="1179" y="4307"/>
                  <a:pt x="2750" y="2737"/>
                  <a:pt x="4686" y="2737"/>
                </a:cubicBezTo>
                <a:close/>
                <a:moveTo>
                  <a:pt x="9603" y="1"/>
                </a:moveTo>
                <a:cubicBezTo>
                  <a:pt x="9548" y="1"/>
                  <a:pt x="9494" y="28"/>
                  <a:pt x="9453" y="69"/>
                </a:cubicBezTo>
                <a:lnTo>
                  <a:pt x="8668" y="855"/>
                </a:lnTo>
                <a:cubicBezTo>
                  <a:pt x="8600" y="922"/>
                  <a:pt x="8532" y="1044"/>
                  <a:pt x="8519" y="1138"/>
                </a:cubicBezTo>
                <a:lnTo>
                  <a:pt x="8330" y="2101"/>
                </a:lnTo>
                <a:cubicBezTo>
                  <a:pt x="8316" y="2141"/>
                  <a:pt x="8330" y="2195"/>
                  <a:pt x="8330" y="2236"/>
                </a:cubicBezTo>
                <a:lnTo>
                  <a:pt x="7815" y="2751"/>
                </a:lnTo>
                <a:cubicBezTo>
                  <a:pt x="6988" y="2005"/>
                  <a:pt x="5892" y="1559"/>
                  <a:pt x="4686" y="1559"/>
                </a:cubicBezTo>
                <a:cubicBezTo>
                  <a:pt x="2100" y="1559"/>
                  <a:pt x="0" y="3657"/>
                  <a:pt x="0" y="6245"/>
                </a:cubicBezTo>
                <a:cubicBezTo>
                  <a:pt x="0" y="8831"/>
                  <a:pt x="2100" y="10930"/>
                  <a:pt x="4686" y="10930"/>
                </a:cubicBezTo>
                <a:cubicBezTo>
                  <a:pt x="7273" y="10930"/>
                  <a:pt x="9372" y="8831"/>
                  <a:pt x="9372" y="6245"/>
                </a:cubicBezTo>
                <a:cubicBezTo>
                  <a:pt x="9372" y="5134"/>
                  <a:pt x="8993" y="4118"/>
                  <a:pt x="8343" y="3319"/>
                </a:cubicBezTo>
                <a:lnTo>
                  <a:pt x="8871" y="2778"/>
                </a:lnTo>
                <a:cubicBezTo>
                  <a:pt x="8898" y="2791"/>
                  <a:pt x="8925" y="2791"/>
                  <a:pt x="8953" y="2791"/>
                </a:cubicBezTo>
                <a:lnTo>
                  <a:pt x="9007" y="2791"/>
                </a:lnTo>
                <a:lnTo>
                  <a:pt x="9982" y="2601"/>
                </a:lnTo>
                <a:cubicBezTo>
                  <a:pt x="10076" y="2588"/>
                  <a:pt x="10199" y="2520"/>
                  <a:pt x="10266" y="2453"/>
                </a:cubicBezTo>
                <a:lnTo>
                  <a:pt x="11051" y="1667"/>
                </a:lnTo>
                <a:cubicBezTo>
                  <a:pt x="11105" y="1599"/>
                  <a:pt x="11132" y="1532"/>
                  <a:pt x="11105" y="1464"/>
                </a:cubicBezTo>
                <a:cubicBezTo>
                  <a:pt x="11092" y="1396"/>
                  <a:pt x="11038" y="1342"/>
                  <a:pt x="10957" y="1328"/>
                </a:cubicBezTo>
                <a:lnTo>
                  <a:pt x="10076" y="1098"/>
                </a:lnTo>
                <a:cubicBezTo>
                  <a:pt x="10049" y="1098"/>
                  <a:pt x="10022" y="1057"/>
                  <a:pt x="10009" y="1044"/>
                </a:cubicBezTo>
                <a:lnTo>
                  <a:pt x="9792" y="163"/>
                </a:lnTo>
                <a:cubicBezTo>
                  <a:pt x="9765" y="69"/>
                  <a:pt x="9697" y="1"/>
                  <a:pt x="96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07" name="Google Shape;1207;p60"/>
          <p:cNvCxnSpPr>
            <a:stCxn id="1189" idx="3"/>
            <a:endCxn id="1197" idx="1"/>
          </p:cNvCxnSpPr>
          <p:nvPr/>
        </p:nvCxnSpPr>
        <p:spPr>
          <a:xfrm>
            <a:off x="2064313" y="2198625"/>
            <a:ext cx="1015800" cy="1572900"/>
          </a:xfrm>
          <a:prstGeom prst="bentConnector3">
            <a:avLst>
              <a:gd fmla="val 49999" name="adj1"/>
            </a:avLst>
          </a:prstGeom>
          <a:noFill/>
          <a:ln cap="flat" cmpd="sng" w="9525">
            <a:solidFill>
              <a:schemeClr val="dk1"/>
            </a:solidFill>
            <a:prstDash val="solid"/>
            <a:round/>
            <a:headEnd len="med" w="med" type="none"/>
            <a:tailEnd len="med" w="med" type="none"/>
          </a:ln>
        </p:spPr>
      </p:cxnSp>
      <p:cxnSp>
        <p:nvCxnSpPr>
          <p:cNvPr id="1208" name="Google Shape;1208;p60"/>
          <p:cNvCxnSpPr>
            <a:stCxn id="1197" idx="3"/>
            <a:endCxn id="1190" idx="1"/>
          </p:cNvCxnSpPr>
          <p:nvPr/>
        </p:nvCxnSpPr>
        <p:spPr>
          <a:xfrm flipH="1" rot="10800000">
            <a:off x="4064091" y="2198700"/>
            <a:ext cx="1015800" cy="15729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1209" name="Google Shape;1209;p60"/>
          <p:cNvCxnSpPr>
            <a:stCxn id="1190" idx="3"/>
            <a:endCxn id="1200" idx="1"/>
          </p:cNvCxnSpPr>
          <p:nvPr/>
        </p:nvCxnSpPr>
        <p:spPr>
          <a:xfrm>
            <a:off x="6063891" y="2198625"/>
            <a:ext cx="1015800" cy="1572900"/>
          </a:xfrm>
          <a:prstGeom prst="bentConnector3">
            <a:avLst>
              <a:gd fmla="val 49999"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DEVELOPMENT METHODOLOGY</a:t>
            </a:r>
            <a:endParaRPr/>
          </a:p>
        </p:txBody>
      </p:sp>
      <p:grpSp>
        <p:nvGrpSpPr>
          <p:cNvPr id="1215" name="Google Shape;1215;p61"/>
          <p:cNvGrpSpPr/>
          <p:nvPr/>
        </p:nvGrpSpPr>
        <p:grpSpPr>
          <a:xfrm>
            <a:off x="815900" y="681625"/>
            <a:ext cx="7512200" cy="179100"/>
            <a:chOff x="815900" y="681625"/>
            <a:chExt cx="7512200" cy="179100"/>
          </a:xfrm>
        </p:grpSpPr>
        <p:sp>
          <p:nvSpPr>
            <p:cNvPr id="1216" name="Google Shape;1216;p61"/>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61"/>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8" name="Google Shape;1218;p61"/>
          <p:cNvSpPr txBox="1"/>
          <p:nvPr>
            <p:ph idx="4294967295" type="subTitle"/>
          </p:nvPr>
        </p:nvSpPr>
        <p:spPr>
          <a:xfrm>
            <a:off x="4719591"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Board representation using python-chess with legal move generation</a:t>
            </a:r>
            <a:endParaRPr/>
          </a:p>
        </p:txBody>
      </p:sp>
      <p:sp>
        <p:nvSpPr>
          <p:cNvPr id="1219" name="Google Shape;1219;p61"/>
          <p:cNvSpPr txBox="1"/>
          <p:nvPr>
            <p:ph idx="4294967295" type="subTitle"/>
          </p:nvPr>
        </p:nvSpPr>
        <p:spPr>
          <a:xfrm>
            <a:off x="4719591"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BOARD &amp; MOVES</a:t>
            </a:r>
            <a:endParaRPr b="1" sz="2800">
              <a:latin typeface="Oranienbaum"/>
              <a:ea typeface="Oranienbaum"/>
              <a:cs typeface="Oranienbaum"/>
              <a:sym typeface="Oranienbaum"/>
            </a:endParaRPr>
          </a:p>
        </p:txBody>
      </p:sp>
      <p:sp>
        <p:nvSpPr>
          <p:cNvPr id="1220" name="Google Shape;1220;p61"/>
          <p:cNvSpPr txBox="1"/>
          <p:nvPr>
            <p:ph idx="4294967295" type="subTitle"/>
          </p:nvPr>
        </p:nvSpPr>
        <p:spPr>
          <a:xfrm>
            <a:off x="720033"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Generate training data, build design matrix, L-BFGS-B optimization</a:t>
            </a:r>
            <a:endParaRPr/>
          </a:p>
        </p:txBody>
      </p:sp>
      <p:sp>
        <p:nvSpPr>
          <p:cNvPr id="1221" name="Google Shape;1221;p61"/>
          <p:cNvSpPr txBox="1"/>
          <p:nvPr>
            <p:ph idx="4294967295" type="subTitle"/>
          </p:nvPr>
        </p:nvSpPr>
        <p:spPr>
          <a:xfrm>
            <a:off x="720000"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TEXEL TUNING</a:t>
            </a:r>
            <a:endParaRPr b="1" sz="2800">
              <a:latin typeface="Oranienbaum"/>
              <a:ea typeface="Oranienbaum"/>
              <a:cs typeface="Oranienbaum"/>
              <a:sym typeface="Oranienbaum"/>
            </a:endParaRPr>
          </a:p>
        </p:txBody>
      </p:sp>
      <p:sp>
        <p:nvSpPr>
          <p:cNvPr id="1222" name="Google Shape;1222;p61"/>
          <p:cNvSpPr txBox="1"/>
          <p:nvPr>
            <p:ph idx="4294967295" type="subTitle"/>
          </p:nvPr>
        </p:nvSpPr>
        <p:spPr>
          <a:xfrm>
            <a:off x="2719791"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Pygame GUI, self-play benchmarking, opening book &amp; tablebase integration</a:t>
            </a:r>
            <a:endParaRPr/>
          </a:p>
        </p:txBody>
      </p:sp>
      <p:sp>
        <p:nvSpPr>
          <p:cNvPr id="1223" name="Google Shape;1223;p61"/>
          <p:cNvSpPr txBox="1"/>
          <p:nvPr>
            <p:ph idx="4294967295" type="subTitle"/>
          </p:nvPr>
        </p:nvSpPr>
        <p:spPr>
          <a:xfrm>
            <a:off x="2719791"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UI &amp; TESTING</a:t>
            </a:r>
            <a:endParaRPr b="1" sz="2800">
              <a:latin typeface="Oranienbaum"/>
              <a:ea typeface="Oranienbaum"/>
              <a:cs typeface="Oranienbaum"/>
              <a:sym typeface="Oranienbaum"/>
            </a:endParaRPr>
          </a:p>
        </p:txBody>
      </p:sp>
      <p:sp>
        <p:nvSpPr>
          <p:cNvPr id="1224" name="Google Shape;1224;p61"/>
          <p:cNvSpPr txBox="1"/>
          <p:nvPr>
            <p:ph idx="4294967295" type="subTitle"/>
          </p:nvPr>
        </p:nvSpPr>
        <p:spPr>
          <a:xfrm>
            <a:off x="6719408" y="3641400"/>
            <a:ext cx="17046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Negamax + α-β with evaluation function design and quiescence search</a:t>
            </a:r>
            <a:endParaRPr/>
          </a:p>
        </p:txBody>
      </p:sp>
      <p:sp>
        <p:nvSpPr>
          <p:cNvPr id="1225" name="Google Shape;1225;p61"/>
          <p:cNvSpPr txBox="1"/>
          <p:nvPr>
            <p:ph idx="4294967295" type="subTitle"/>
          </p:nvPr>
        </p:nvSpPr>
        <p:spPr>
          <a:xfrm>
            <a:off x="6719375" y="3177350"/>
            <a:ext cx="1704600" cy="53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800" b="1">
                <a:latin typeface="Oranienbaum"/>
              </a:rPr>
              <a:t>SEARCH &amp; EVAL</a:t>
            </a:r>
            <a:endParaRPr b="1" sz="2800">
              <a:latin typeface="Oranienbaum"/>
              <a:ea typeface="Oranienbaum"/>
              <a:cs typeface="Oranienbaum"/>
              <a:sym typeface="Oranienbaum"/>
            </a:endParaRPr>
          </a:p>
        </p:txBody>
      </p:sp>
      <p:sp>
        <p:nvSpPr>
          <p:cNvPr id="1226" name="Google Shape;1226;p61"/>
          <p:cNvSpPr/>
          <p:nvPr/>
        </p:nvSpPr>
        <p:spPr>
          <a:xfrm>
            <a:off x="720009" y="1706625"/>
            <a:ext cx="1704600" cy="98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sz="3000" b="1">
                <a:latin typeface="Oranienbaum"/>
              </a:rPr>
              <a:t>STEP 01</a:t>
            </a:r>
            <a:endParaRPr b="1" sz="3000">
              <a:solidFill>
                <a:schemeClr val="lt2"/>
              </a:solidFill>
              <a:latin typeface="Oranienbaum"/>
              <a:ea typeface="Oranienbaum"/>
              <a:cs typeface="Oranienbaum"/>
              <a:sym typeface="Oranienbaum"/>
            </a:endParaRPr>
          </a:p>
        </p:txBody>
      </p:sp>
      <p:sp>
        <p:nvSpPr>
          <p:cNvPr id="1227" name="Google Shape;1227;p61"/>
          <p:cNvSpPr/>
          <p:nvPr/>
        </p:nvSpPr>
        <p:spPr>
          <a:xfrm>
            <a:off x="2719802" y="1706625"/>
            <a:ext cx="1704600" cy="98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sz="3000" b="1">
                <a:latin typeface="Oranienbaum"/>
              </a:rPr>
              <a:t>STEP 02</a:t>
            </a:r>
            <a:endParaRPr b="1" sz="3000">
              <a:solidFill>
                <a:schemeClr val="lt2"/>
              </a:solidFill>
              <a:latin typeface="Oranienbaum"/>
              <a:ea typeface="Oranienbaum"/>
              <a:cs typeface="Oranienbaum"/>
              <a:sym typeface="Oranienbaum"/>
            </a:endParaRPr>
          </a:p>
        </p:txBody>
      </p:sp>
      <p:sp>
        <p:nvSpPr>
          <p:cNvPr id="1228" name="Google Shape;1228;p61"/>
          <p:cNvSpPr/>
          <p:nvPr/>
        </p:nvSpPr>
        <p:spPr>
          <a:xfrm>
            <a:off x="4719595" y="1706625"/>
            <a:ext cx="1704600" cy="98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sz="3000" b="1">
                <a:latin typeface="Oranienbaum"/>
              </a:rPr>
              <a:t>STEP 03</a:t>
            </a:r>
            <a:endParaRPr b="1" sz="3000">
              <a:solidFill>
                <a:schemeClr val="lt2"/>
              </a:solidFill>
              <a:latin typeface="Oranienbaum"/>
              <a:ea typeface="Oranienbaum"/>
              <a:cs typeface="Oranienbaum"/>
              <a:sym typeface="Oranienbaum"/>
            </a:endParaRPr>
          </a:p>
        </p:txBody>
      </p:sp>
      <p:sp>
        <p:nvSpPr>
          <p:cNvPr id="1229" name="Google Shape;1229;p61"/>
          <p:cNvSpPr/>
          <p:nvPr/>
        </p:nvSpPr>
        <p:spPr>
          <a:xfrm>
            <a:off x="6719388" y="1706625"/>
            <a:ext cx="1704600" cy="98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sz="3000" b="1">
                <a:latin typeface="Oranienbaum"/>
              </a:rPr>
              <a:t>STEP 04</a:t>
            </a:r>
            <a:endParaRPr b="1" sz="3000">
              <a:solidFill>
                <a:schemeClr val="lt2"/>
              </a:solidFill>
              <a:latin typeface="Oranienbaum"/>
              <a:ea typeface="Oranienbaum"/>
              <a:cs typeface="Oranienbaum"/>
              <a:sym typeface="Oranienbaum"/>
            </a:endParaRPr>
          </a:p>
        </p:txBody>
      </p:sp>
      <p:sp>
        <p:nvSpPr>
          <p:cNvPr id="1230" name="Google Shape;1230;p61"/>
          <p:cNvSpPr/>
          <p:nvPr/>
        </p:nvSpPr>
        <p:spPr>
          <a:xfrm>
            <a:off x="1482775" y="29183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61"/>
          <p:cNvSpPr/>
          <p:nvPr/>
        </p:nvSpPr>
        <p:spPr>
          <a:xfrm>
            <a:off x="3482550" y="29183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61"/>
          <p:cNvSpPr/>
          <p:nvPr/>
        </p:nvSpPr>
        <p:spPr>
          <a:xfrm>
            <a:off x="5482325" y="29183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61"/>
          <p:cNvSpPr/>
          <p:nvPr/>
        </p:nvSpPr>
        <p:spPr>
          <a:xfrm>
            <a:off x="7482100" y="2918350"/>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4" name="Google Shape;1234;p61"/>
          <p:cNvCxnSpPr>
            <a:stCxn id="1226" idx="3"/>
            <a:endCxn id="1227" idx="1"/>
          </p:cNvCxnSpPr>
          <p:nvPr/>
        </p:nvCxnSpPr>
        <p:spPr>
          <a:xfrm>
            <a:off x="2424609" y="2198625"/>
            <a:ext cx="295200" cy="0"/>
          </a:xfrm>
          <a:prstGeom prst="straightConnector1">
            <a:avLst/>
          </a:prstGeom>
          <a:noFill/>
          <a:ln cap="flat" cmpd="sng" w="9525">
            <a:solidFill>
              <a:schemeClr val="dk1"/>
            </a:solidFill>
            <a:prstDash val="solid"/>
            <a:round/>
            <a:headEnd len="med" w="med" type="none"/>
            <a:tailEnd len="med" w="med" type="none"/>
          </a:ln>
        </p:spPr>
      </p:cxnSp>
      <p:cxnSp>
        <p:nvCxnSpPr>
          <p:cNvPr id="1235" name="Google Shape;1235;p61"/>
          <p:cNvCxnSpPr>
            <a:stCxn id="1227" idx="3"/>
            <a:endCxn id="1228" idx="1"/>
          </p:cNvCxnSpPr>
          <p:nvPr/>
        </p:nvCxnSpPr>
        <p:spPr>
          <a:xfrm>
            <a:off x="4424402" y="2198625"/>
            <a:ext cx="295200" cy="0"/>
          </a:xfrm>
          <a:prstGeom prst="straightConnector1">
            <a:avLst/>
          </a:prstGeom>
          <a:noFill/>
          <a:ln cap="flat" cmpd="sng" w="9525">
            <a:solidFill>
              <a:schemeClr val="dk1"/>
            </a:solidFill>
            <a:prstDash val="solid"/>
            <a:round/>
            <a:headEnd len="med" w="med" type="none"/>
            <a:tailEnd len="med" w="med" type="none"/>
          </a:ln>
        </p:spPr>
      </p:cxnSp>
      <p:cxnSp>
        <p:nvCxnSpPr>
          <p:cNvPr id="1236" name="Google Shape;1236;p61"/>
          <p:cNvCxnSpPr>
            <a:stCxn id="1228" idx="3"/>
            <a:endCxn id="1229" idx="1"/>
          </p:cNvCxnSpPr>
          <p:nvPr/>
        </p:nvCxnSpPr>
        <p:spPr>
          <a:xfrm>
            <a:off x="6424195" y="2198625"/>
            <a:ext cx="295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OUR TEAM</a:t>
            </a:r>
            <a:endParaRPr/>
          </a:p>
        </p:txBody>
      </p:sp>
      <p:sp>
        <p:nvSpPr>
          <p:cNvPr id="1242" name="Google Shape;1242;p62"/>
          <p:cNvSpPr txBox="1"/>
          <p:nvPr>
            <p:ph idx="1" type="subTitle"/>
          </p:nvPr>
        </p:nvSpPr>
        <p:spPr>
          <a:xfrm>
            <a:off x="1029000" y="2710700"/>
            <a:ext cx="2061000" cy="721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Role and contribution details go here</a:t>
            </a:r>
            <a:endParaRPr/>
          </a:p>
        </p:txBody>
      </p:sp>
      <p:sp>
        <p:nvSpPr>
          <p:cNvPr id="1243" name="Google Shape;1243;p62"/>
          <p:cNvSpPr txBox="1"/>
          <p:nvPr>
            <p:ph idx="2" type="subTitle"/>
          </p:nvPr>
        </p:nvSpPr>
        <p:spPr>
          <a:xfrm>
            <a:off x="720000" y="2252300"/>
            <a:ext cx="2370000" cy="534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&lt;TEAM MEMBER 1&gt;</a:t>
            </a:r>
            <a:endParaRPr/>
          </a:p>
        </p:txBody>
      </p:sp>
      <p:sp>
        <p:nvSpPr>
          <p:cNvPr id="1244" name="Google Shape;1244;p62"/>
          <p:cNvSpPr txBox="1"/>
          <p:nvPr>
            <p:ph idx="3" type="subTitle"/>
          </p:nvPr>
        </p:nvSpPr>
        <p:spPr>
          <a:xfrm>
            <a:off x="6054000" y="2710700"/>
            <a:ext cx="2061000" cy="72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Role and contribution details go here</a:t>
            </a:r>
            <a:endParaRPr/>
          </a:p>
        </p:txBody>
      </p:sp>
      <p:sp>
        <p:nvSpPr>
          <p:cNvPr id="1245" name="Google Shape;1245;p62"/>
          <p:cNvSpPr txBox="1"/>
          <p:nvPr>
            <p:ph idx="4" type="subTitle"/>
          </p:nvPr>
        </p:nvSpPr>
        <p:spPr>
          <a:xfrm>
            <a:off x="6054000" y="2252300"/>
            <a:ext cx="2370000" cy="53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&lt;TEAM MEMBER 2&gt;</a:t>
            </a:r>
            <a:endParaRPr/>
          </a:p>
        </p:txBody>
      </p:sp>
      <p:grpSp>
        <p:nvGrpSpPr>
          <p:cNvPr id="1246" name="Google Shape;1246;p62"/>
          <p:cNvGrpSpPr/>
          <p:nvPr/>
        </p:nvGrpSpPr>
        <p:grpSpPr>
          <a:xfrm>
            <a:off x="815900" y="681625"/>
            <a:ext cx="7512200" cy="179100"/>
            <a:chOff x="815900" y="681625"/>
            <a:chExt cx="7512200" cy="179100"/>
          </a:xfrm>
        </p:grpSpPr>
        <p:sp>
          <p:nvSpPr>
            <p:cNvPr id="1247" name="Google Shape;1247;p62"/>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2"/>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9" name="Google Shape;1249;p62"/>
          <p:cNvSpPr/>
          <p:nvPr/>
        </p:nvSpPr>
        <p:spPr>
          <a:xfrm>
            <a:off x="4703602" y="2157025"/>
            <a:ext cx="1176900" cy="117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62"/>
          <p:cNvSpPr/>
          <p:nvPr/>
        </p:nvSpPr>
        <p:spPr>
          <a:xfrm>
            <a:off x="3252987" y="2157025"/>
            <a:ext cx="1176900" cy="117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1" name="Google Shape;1251;p62"/>
          <p:cNvGrpSpPr/>
          <p:nvPr/>
        </p:nvGrpSpPr>
        <p:grpSpPr>
          <a:xfrm>
            <a:off x="3574789" y="2478844"/>
            <a:ext cx="533250" cy="533250"/>
            <a:chOff x="-57568775" y="3198925"/>
            <a:chExt cx="318225" cy="318225"/>
          </a:xfrm>
        </p:grpSpPr>
        <p:sp>
          <p:nvSpPr>
            <p:cNvPr id="1252" name="Google Shape;1252;p62"/>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62"/>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62"/>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62"/>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62"/>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62"/>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8" name="Google Shape;1258;p62"/>
          <p:cNvGrpSpPr/>
          <p:nvPr/>
        </p:nvGrpSpPr>
        <p:grpSpPr>
          <a:xfrm>
            <a:off x="5057768" y="2478179"/>
            <a:ext cx="468568" cy="534590"/>
            <a:chOff x="-55576850" y="3198125"/>
            <a:chExt cx="279625" cy="319025"/>
          </a:xfrm>
        </p:grpSpPr>
        <p:sp>
          <p:nvSpPr>
            <p:cNvPr id="1259" name="Google Shape;1259;p62"/>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62"/>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62"/>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62"/>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SYSTEM ARCHITECTURE</a:t>
            </a:r>
            <a:endParaRPr/>
          </a:p>
        </p:txBody>
      </p:sp>
      <p:sp>
        <p:nvSpPr>
          <p:cNvPr id="1268" name="Google Shape;1268;p63"/>
          <p:cNvSpPr txBox="1"/>
          <p:nvPr>
            <p:ph idx="1" type="subTitle"/>
          </p:nvPr>
        </p:nvSpPr>
        <p:spPr>
          <a:xfrm>
            <a:off x="1189850" y="2186950"/>
            <a:ext cx="2815500" cy="12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The engine follows a clean modular architecture:</a:t>
            </a:r>
            <a:endParaRPr/>
          </a:p>
          <a:p>
            <a:r>
              <a:t>• search.py (470 LOC) — Negamax, α-β, ID, PVS, LMR, NMP, Quiescence</a:t>
            </a:r>
          </a:p>
          <a:p>
            <a:r>
              <a:t>• evaluation.py (725 LOC) — Material, PST, Pawn structure, Endgame</a:t>
            </a:r>
          </a:p>
          <a:p>
            <a:r>
              <a:t>• texel_tuning.py (428 LOC) — L-BFGS-B optimizer, 803-param design matrix</a:t>
            </a:r>
          </a:p>
          <a:p>
            <a:r>
              <a:t>• transposition.py (106 LOC) — 1M-entry hash table</a:t>
            </a:r>
          </a:p>
          <a:p>
            <a:r>
              <a:t>• move_ordering.py (65 LOC) — MVV-LVA, Killers, History</a:t>
            </a:r>
          </a:p>
          <a:p>
            <a:r>
              <a:t>• openingbook.py (93 LOC) — Polyglot reader</a:t>
            </a:r>
          </a:p>
          <a:p>
            <a:r>
              <a:t>• tablebase.py (120 LOC) — Syzygy WDL+DTZ</a:t>
            </a:r>
          </a:p>
          <a:p>
            <a:r>
              <a:t>• UI/main.py (1164 LOC) — Full Pygame GUI</a:t>
            </a:r>
          </a:p>
        </p:txBody>
      </p:sp>
      <p:grpSp>
        <p:nvGrpSpPr>
          <p:cNvPr id="1269" name="Google Shape;1269;p63"/>
          <p:cNvGrpSpPr/>
          <p:nvPr/>
        </p:nvGrpSpPr>
        <p:grpSpPr>
          <a:xfrm>
            <a:off x="4513223" y="1701269"/>
            <a:ext cx="3683573" cy="2211279"/>
            <a:chOff x="4854325" y="1936705"/>
            <a:chExt cx="3569700" cy="2142920"/>
          </a:xfrm>
        </p:grpSpPr>
        <p:sp>
          <p:nvSpPr>
            <p:cNvPr id="1270" name="Google Shape;1270;p63"/>
            <p:cNvSpPr/>
            <p:nvPr/>
          </p:nvSpPr>
          <p:spPr>
            <a:xfrm>
              <a:off x="5044081" y="1936705"/>
              <a:ext cx="3190200" cy="1990200"/>
            </a:xfrm>
            <a:prstGeom prst="round2SameRect">
              <a:avLst>
                <a:gd fmla="val 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63"/>
            <p:cNvSpPr/>
            <p:nvPr/>
          </p:nvSpPr>
          <p:spPr>
            <a:xfrm rot="10800000">
              <a:off x="4854325" y="3926925"/>
              <a:ext cx="3569700" cy="152700"/>
            </a:xfrm>
            <a:prstGeom prst="round2SameRect">
              <a:avLst>
                <a:gd fmla="val 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63"/>
            <p:cNvSpPr/>
            <p:nvPr/>
          </p:nvSpPr>
          <p:spPr>
            <a:xfrm>
              <a:off x="6606475" y="2008050"/>
              <a:ext cx="65400" cy="65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73" name="Google Shape;1273;p63"/>
          <p:cNvPicPr preferRelativeResize="0"/>
          <p:nvPr/>
        </p:nvPicPr>
        <p:blipFill rotWithShape="1">
          <a:blip r:embed="rId3">
            <a:alphaModFix/>
          </a:blip>
          <a:srcRect b="130" l="0" r="0" t="130"/>
          <a:stretch/>
        </p:blipFill>
        <p:spPr>
          <a:xfrm>
            <a:off x="4772413" y="1919675"/>
            <a:ext cx="3165199" cy="1774226"/>
          </a:xfrm>
          <a:prstGeom prst="rect">
            <a:avLst/>
          </a:prstGeom>
          <a:noFill/>
          <a:ln>
            <a:noFill/>
          </a:ln>
        </p:spPr>
      </p:pic>
      <p:grpSp>
        <p:nvGrpSpPr>
          <p:cNvPr id="1274" name="Google Shape;1274;p63"/>
          <p:cNvGrpSpPr/>
          <p:nvPr/>
        </p:nvGrpSpPr>
        <p:grpSpPr>
          <a:xfrm>
            <a:off x="1273688" y="3426838"/>
            <a:ext cx="897350" cy="179100"/>
            <a:chOff x="1456300" y="2782838"/>
            <a:chExt cx="897350" cy="179100"/>
          </a:xfrm>
        </p:grpSpPr>
        <p:sp>
          <p:nvSpPr>
            <p:cNvPr id="1275" name="Google Shape;1275;p63"/>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3"/>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3"/>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8" name="Google Shape;1278;p63"/>
          <p:cNvGrpSpPr/>
          <p:nvPr/>
        </p:nvGrpSpPr>
        <p:grpSpPr>
          <a:xfrm>
            <a:off x="1273688" y="1951788"/>
            <a:ext cx="897350" cy="179100"/>
            <a:chOff x="1456300" y="2782838"/>
            <a:chExt cx="897350" cy="179100"/>
          </a:xfrm>
        </p:grpSpPr>
        <p:sp>
          <p:nvSpPr>
            <p:cNvPr id="1279" name="Google Shape;1279;p63"/>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3"/>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63"/>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2" name="Google Shape;1282;p63"/>
          <p:cNvGrpSpPr/>
          <p:nvPr/>
        </p:nvGrpSpPr>
        <p:grpSpPr>
          <a:xfrm>
            <a:off x="815900" y="681625"/>
            <a:ext cx="7512200" cy="179100"/>
            <a:chOff x="815900" y="681625"/>
            <a:chExt cx="7512200" cy="179100"/>
          </a:xfrm>
        </p:grpSpPr>
        <p:sp>
          <p:nvSpPr>
            <p:cNvPr id="1283" name="Google Shape;1283;p63"/>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63"/>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NEGAMAX ALGORITHM</a:t>
            </a:r>
            <a:endParaRPr/>
          </a:p>
        </p:txBody>
      </p:sp>
      <p:sp>
        <p:nvSpPr>
          <p:cNvPr id="1290" name="Google Shape;1290;p64"/>
          <p:cNvSpPr txBox="1"/>
          <p:nvPr>
            <p:ph idx="1" type="subTitle"/>
          </p:nvPr>
        </p:nvSpPr>
        <p:spPr>
          <a:xfrm>
            <a:off x="5146550" y="2186950"/>
            <a:ext cx="2815500" cy="12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function negamax(board, depth, α, β, ply):</a:t>
            </a:r>
            <a:endParaRPr/>
          </a:p>
          <a:p>
            <a:r>
              <a:t>  if repetition → return 0 (draw)</a:t>
            </a:r>
          </a:p>
          <a:p>
            <a:r>
              <a:t>  if TT hit → return cached (score, move)</a:t>
            </a:r>
          </a:p>
          <a:p>
            <a:r>
              <a:t>  if game_over → return evaluate(board)</a:t>
            </a:r>
          </a:p>
          <a:p>
            <a:r>
              <a:t>  if depth ≤ 0 → return quiescence(α, β)</a:t>
            </a:r>
          </a:p>
          <a:p>
            <a:r>
              <a:t>  null_move_pruning(board, depth, β)</a:t>
            </a:r>
          </a:p>
          <a:p>
            <a:r>
              <a:t>  for each move in ordered_moves:</a:t>
            </a:r>
          </a:p>
          <a:p>
            <a:r>
              <a:t>    if first_move: full window search</a:t>
            </a:r>
          </a:p>
          <a:p>
            <a:r>
              <a:t>    else: PVS zero-window + LMR reduction</a:t>
            </a:r>
          </a:p>
          <a:p>
            <a:r>
              <a:t>    if score ≥ β: cutoff + store killer</a:t>
            </a:r>
          </a:p>
          <a:p>
            <a:r>
              <a:t>  store in TT → return (best_score, best_move)</a:t>
            </a:r>
          </a:p>
        </p:txBody>
      </p:sp>
      <p:grpSp>
        <p:nvGrpSpPr>
          <p:cNvPr id="1291" name="Google Shape;1291;p64"/>
          <p:cNvGrpSpPr/>
          <p:nvPr/>
        </p:nvGrpSpPr>
        <p:grpSpPr>
          <a:xfrm>
            <a:off x="1763725" y="1433175"/>
            <a:ext cx="2160000" cy="3004800"/>
            <a:chOff x="1629050" y="1433175"/>
            <a:chExt cx="2160000" cy="3004800"/>
          </a:xfrm>
        </p:grpSpPr>
        <p:sp>
          <p:nvSpPr>
            <p:cNvPr id="1292" name="Google Shape;1292;p64"/>
            <p:cNvSpPr/>
            <p:nvPr/>
          </p:nvSpPr>
          <p:spPr>
            <a:xfrm>
              <a:off x="1629050" y="1433175"/>
              <a:ext cx="2160000" cy="30048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64"/>
            <p:cNvSpPr/>
            <p:nvPr/>
          </p:nvSpPr>
          <p:spPr>
            <a:xfrm>
              <a:off x="2679200" y="1513375"/>
              <a:ext cx="59700" cy="59700"/>
            </a:xfrm>
            <a:prstGeom prst="ellipse">
              <a:avLst/>
            </a:prstGeom>
            <a:solidFill>
              <a:schemeClr val="lt2"/>
            </a:solidFill>
            <a:ln cap="flat" cmpd="sng" w="9525">
              <a:solidFill>
                <a:srgbClr val="FFFB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94" name="Google Shape;1294;p64"/>
          <p:cNvPicPr preferRelativeResize="0"/>
          <p:nvPr/>
        </p:nvPicPr>
        <p:blipFill rotWithShape="1">
          <a:blip r:embed="rId3">
            <a:alphaModFix/>
          </a:blip>
          <a:srcRect b="6926" l="4238" r="4229" t="6926"/>
          <a:stretch/>
        </p:blipFill>
        <p:spPr>
          <a:xfrm>
            <a:off x="1855200" y="1710675"/>
            <a:ext cx="1977049" cy="2594873"/>
          </a:xfrm>
          <a:prstGeom prst="rect">
            <a:avLst/>
          </a:prstGeom>
          <a:noFill/>
          <a:ln>
            <a:noFill/>
          </a:ln>
        </p:spPr>
      </p:pic>
      <p:grpSp>
        <p:nvGrpSpPr>
          <p:cNvPr id="1295" name="Google Shape;1295;p64"/>
          <p:cNvGrpSpPr/>
          <p:nvPr/>
        </p:nvGrpSpPr>
        <p:grpSpPr>
          <a:xfrm>
            <a:off x="5211138" y="3426838"/>
            <a:ext cx="897350" cy="179100"/>
            <a:chOff x="1456300" y="2782838"/>
            <a:chExt cx="897350" cy="179100"/>
          </a:xfrm>
        </p:grpSpPr>
        <p:sp>
          <p:nvSpPr>
            <p:cNvPr id="1296" name="Google Shape;1296;p64"/>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64"/>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64"/>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9" name="Google Shape;1299;p64"/>
          <p:cNvGrpSpPr/>
          <p:nvPr/>
        </p:nvGrpSpPr>
        <p:grpSpPr>
          <a:xfrm>
            <a:off x="5211138" y="1951788"/>
            <a:ext cx="897350" cy="179100"/>
            <a:chOff x="1456300" y="2782838"/>
            <a:chExt cx="897350" cy="179100"/>
          </a:xfrm>
        </p:grpSpPr>
        <p:sp>
          <p:nvSpPr>
            <p:cNvPr id="1300" name="Google Shape;1300;p64"/>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64"/>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64"/>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64"/>
          <p:cNvGrpSpPr/>
          <p:nvPr/>
        </p:nvGrpSpPr>
        <p:grpSpPr>
          <a:xfrm>
            <a:off x="815900" y="681625"/>
            <a:ext cx="7512200" cy="179100"/>
            <a:chOff x="815900" y="681625"/>
            <a:chExt cx="7512200" cy="179100"/>
          </a:xfrm>
        </p:grpSpPr>
        <p:sp>
          <p:nvSpPr>
            <p:cNvPr id="1304" name="Google Shape;1304;p64"/>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64"/>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SELF-PLAY BENCHMARKING</a:t>
            </a:r>
            <a:endParaRPr/>
          </a:p>
        </p:txBody>
      </p:sp>
      <p:sp>
        <p:nvSpPr>
          <p:cNvPr id="1311" name="Google Shape;1311;p65"/>
          <p:cNvSpPr txBox="1"/>
          <p:nvPr>
            <p:ph idx="1" type="subTitle"/>
          </p:nvPr>
        </p:nvSpPr>
        <p:spPr>
          <a:xfrm>
            <a:off x="1189850" y="2186950"/>
            <a:ext cx="2815500" cy="12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Validation Framework:</a:t>
            </a:r>
            <a:endParaRPr/>
          </a:p>
          <a:p>
            <a:r>
              <a:t>• N-game match: Tuned vs Original engine</a:t>
            </a:r>
          </a:p>
          <a:p>
            <a:r>
              <a:t>• Alternating colors for fairness</a:t>
            </a:r>
          </a:p>
          <a:p>
            <a:r>
              <a:t>• All 784 parameters swapped atomically per move</a:t>
            </a:r>
          </a:p>
          <a:p>
            <a:r>
              <a:t>• TT cleared on engine switch (no score leakage)</a:t>
            </a:r>
          </a:p>
          <a:p>
            <a:r>
              <a:t>• Live Pygame visualization of matches</a:t>
            </a:r>
          </a:p>
          <a:p>
            <a:r>
              <a:t>• Tracks: score, eval per move, game results</a:t>
            </a:r>
          </a:p>
          <a:p>
            <a:r>
              <a:t/>
            </a:r>
          </a:p>
          <a:p>
            <a:r>
              <a:t>Result: Tuned engine consistently outperforms the hand-tuned baseline</a:t>
            </a:r>
          </a:p>
        </p:txBody>
      </p:sp>
      <p:grpSp>
        <p:nvGrpSpPr>
          <p:cNvPr id="1312" name="Google Shape;1312;p65"/>
          <p:cNvGrpSpPr/>
          <p:nvPr/>
        </p:nvGrpSpPr>
        <p:grpSpPr>
          <a:xfrm>
            <a:off x="5650200" y="1433175"/>
            <a:ext cx="1527900" cy="3004800"/>
            <a:chOff x="1945125" y="1433175"/>
            <a:chExt cx="1527900" cy="3004800"/>
          </a:xfrm>
        </p:grpSpPr>
        <p:sp>
          <p:nvSpPr>
            <p:cNvPr id="1313" name="Google Shape;1313;p65"/>
            <p:cNvSpPr/>
            <p:nvPr/>
          </p:nvSpPr>
          <p:spPr>
            <a:xfrm>
              <a:off x="1945125" y="1433175"/>
              <a:ext cx="1527900" cy="30048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65"/>
            <p:cNvSpPr/>
            <p:nvPr/>
          </p:nvSpPr>
          <p:spPr>
            <a:xfrm>
              <a:off x="2679200" y="1513375"/>
              <a:ext cx="59700" cy="59700"/>
            </a:xfrm>
            <a:prstGeom prst="ellipse">
              <a:avLst/>
            </a:prstGeom>
            <a:solidFill>
              <a:schemeClr val="lt2"/>
            </a:solidFill>
            <a:ln cap="flat" cmpd="sng" w="9525">
              <a:solidFill>
                <a:srgbClr val="FFFB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15" name="Google Shape;1315;p65"/>
          <p:cNvPicPr preferRelativeResize="0"/>
          <p:nvPr/>
        </p:nvPicPr>
        <p:blipFill rotWithShape="1">
          <a:blip r:embed="rId3">
            <a:alphaModFix/>
          </a:blip>
          <a:srcRect b="4369" l="6695" r="6695" t="16767"/>
          <a:stretch/>
        </p:blipFill>
        <p:spPr>
          <a:xfrm>
            <a:off x="5723437" y="1707226"/>
            <a:ext cx="1381425" cy="2609723"/>
          </a:xfrm>
          <a:prstGeom prst="rect">
            <a:avLst/>
          </a:prstGeom>
          <a:noFill/>
          <a:ln>
            <a:noFill/>
          </a:ln>
        </p:spPr>
      </p:pic>
      <p:grpSp>
        <p:nvGrpSpPr>
          <p:cNvPr id="1316" name="Google Shape;1316;p65"/>
          <p:cNvGrpSpPr/>
          <p:nvPr/>
        </p:nvGrpSpPr>
        <p:grpSpPr>
          <a:xfrm>
            <a:off x="1273688" y="3426838"/>
            <a:ext cx="897350" cy="179100"/>
            <a:chOff x="1456300" y="2782838"/>
            <a:chExt cx="897350" cy="179100"/>
          </a:xfrm>
        </p:grpSpPr>
        <p:sp>
          <p:nvSpPr>
            <p:cNvPr id="1317" name="Google Shape;1317;p65"/>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65"/>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65"/>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65"/>
          <p:cNvGrpSpPr/>
          <p:nvPr/>
        </p:nvGrpSpPr>
        <p:grpSpPr>
          <a:xfrm>
            <a:off x="1273688" y="1951788"/>
            <a:ext cx="897350" cy="179100"/>
            <a:chOff x="1456300" y="2782838"/>
            <a:chExt cx="897350" cy="179100"/>
          </a:xfrm>
        </p:grpSpPr>
        <p:sp>
          <p:nvSpPr>
            <p:cNvPr id="1321" name="Google Shape;1321;p65"/>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5"/>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5"/>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65"/>
          <p:cNvGrpSpPr/>
          <p:nvPr/>
        </p:nvGrpSpPr>
        <p:grpSpPr>
          <a:xfrm>
            <a:off x="815900" y="681625"/>
            <a:ext cx="7512200" cy="179100"/>
            <a:chOff x="815900" y="681625"/>
            <a:chExt cx="7512200" cy="179100"/>
          </a:xfrm>
        </p:grpSpPr>
        <p:sp>
          <p:nvSpPr>
            <p:cNvPr id="1325" name="Google Shape;1325;p65"/>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5"/>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66"/>
          <p:cNvSpPr txBox="1"/>
          <p:nvPr>
            <p:ph type="ctrTitle"/>
          </p:nvPr>
        </p:nvSpPr>
        <p:spPr>
          <a:xfrm>
            <a:off x="2178025" y="723700"/>
            <a:ext cx="4788000" cy="107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THANK YOU!</a:t>
            </a:r>
            <a:endParaRPr/>
          </a:p>
        </p:txBody>
      </p:sp>
      <p:sp>
        <p:nvSpPr>
          <p:cNvPr id="1332" name="Google Shape;1332;p66"/>
          <p:cNvSpPr txBox="1"/>
          <p:nvPr>
            <p:ph idx="1" type="subTitle"/>
          </p:nvPr>
        </p:nvSpPr>
        <p:spPr>
          <a:xfrm>
            <a:off x="2274425" y="2333150"/>
            <a:ext cx="4595100" cy="93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IT255 — Artificial Intelligence Mini Project</a:t>
            </a:r>
            <a:endParaRPr/>
          </a:p>
          <a:p>
            <a:pPr indent="0" lvl="0" marL="0" rtl="0" algn="ctr">
              <a:spcBef>
                <a:spcPts val="0"/>
              </a:spcBef>
              <a:spcAft>
                <a:spcPts val="0"/>
              </a:spcAft>
              <a:buNone/>
            </a:pPr>
            <a:endParaRPr/>
          </a:p>
          <a:p>
            <a:pPr indent="0" lvl="0" marL="0" rtl="0" algn="ctr">
              <a:spcBef>
                <a:spcPts val="0"/>
              </a:spcBef>
              <a:spcAft>
                <a:spcPts val="0"/>
              </a:spcAft>
              <a:buNone/>
            </a:pPr>
            <a:endParaRPr/>
          </a:p>
        </p:txBody>
      </p:sp>
      <p:sp>
        <p:nvSpPr>
          <p:cNvPr id="1333" name="Google Shape;1333;p66"/>
          <p:cNvSpPr txBox="1"/>
          <p:nvPr>
            <p:ph idx="2" type="subTitle"/>
          </p:nvPr>
        </p:nvSpPr>
        <p:spPr>
          <a:xfrm>
            <a:off x="2274425" y="1704625"/>
            <a:ext cx="4595100" cy="50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QUESTIONS &amp; DISCUSSION</a:t>
            </a:r>
            <a:endParaRPr/>
          </a:p>
        </p:txBody>
      </p:sp>
      <p:grpSp>
        <p:nvGrpSpPr>
          <p:cNvPr id="1334" name="Google Shape;1334;p66"/>
          <p:cNvGrpSpPr/>
          <p:nvPr/>
        </p:nvGrpSpPr>
        <p:grpSpPr>
          <a:xfrm>
            <a:off x="1917138" y="1137288"/>
            <a:ext cx="897350" cy="179100"/>
            <a:chOff x="1456300" y="2782838"/>
            <a:chExt cx="897350" cy="179100"/>
          </a:xfrm>
        </p:grpSpPr>
        <p:sp>
          <p:nvSpPr>
            <p:cNvPr id="1335" name="Google Shape;1335;p66"/>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66"/>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66"/>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8" name="Google Shape;1338;p66"/>
          <p:cNvGrpSpPr/>
          <p:nvPr/>
        </p:nvGrpSpPr>
        <p:grpSpPr>
          <a:xfrm>
            <a:off x="6329513" y="1137288"/>
            <a:ext cx="897350" cy="179100"/>
            <a:chOff x="1456300" y="2782838"/>
            <a:chExt cx="897350" cy="179100"/>
          </a:xfrm>
        </p:grpSpPr>
        <p:sp>
          <p:nvSpPr>
            <p:cNvPr id="1339" name="Google Shape;1339;p66"/>
            <p:cNvSpPr/>
            <p:nvPr/>
          </p:nvSpPr>
          <p:spPr>
            <a:xfrm>
              <a:off x="145630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66"/>
            <p:cNvSpPr/>
            <p:nvPr/>
          </p:nvSpPr>
          <p:spPr>
            <a:xfrm>
              <a:off x="1815425"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66"/>
            <p:cNvSpPr/>
            <p:nvPr/>
          </p:nvSpPr>
          <p:spPr>
            <a:xfrm>
              <a:off x="2174550" y="2782838"/>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2" name="Google Shape;1342;p66"/>
          <p:cNvSpPr txBox="1"/>
          <p:nvPr/>
        </p:nvSpPr>
        <p:spPr>
          <a:xfrm>
            <a:off x="3072025" y="4245638"/>
            <a:ext cx="3000000" cy="4347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Anaheim"/>
                <a:ea typeface="Anaheim"/>
                <a:cs typeface="Anaheim"/>
                <a:sym typeface="Anaheim"/>
              </a:rPr>
              <a:t>Please keep this slide for attribution</a:t>
            </a:r>
            <a:endParaRPr b="1" sz="1000">
              <a:solidFill>
                <a:schemeClr val="dk1"/>
              </a:solidFill>
              <a:latin typeface="Anaheim"/>
              <a:ea typeface="Anaheim"/>
              <a:cs typeface="Anaheim"/>
              <a:sym typeface="Anaheim"/>
            </a:endParaRPr>
          </a:p>
        </p:txBody>
      </p:sp>
      <p:grpSp>
        <p:nvGrpSpPr>
          <p:cNvPr id="1343" name="Google Shape;1343;p66"/>
          <p:cNvGrpSpPr/>
          <p:nvPr/>
        </p:nvGrpSpPr>
        <p:grpSpPr>
          <a:xfrm>
            <a:off x="4376892" y="3347012"/>
            <a:ext cx="387661" cy="387661"/>
            <a:chOff x="1379798" y="1723250"/>
            <a:chExt cx="397887" cy="397887"/>
          </a:xfrm>
        </p:grpSpPr>
        <p:sp>
          <p:nvSpPr>
            <p:cNvPr id="1344" name="Google Shape;1344;p66"/>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6"/>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6"/>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66"/>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66"/>
          <p:cNvGrpSpPr/>
          <p:nvPr/>
        </p:nvGrpSpPr>
        <p:grpSpPr>
          <a:xfrm>
            <a:off x="3314771" y="3347012"/>
            <a:ext cx="387681" cy="387661"/>
            <a:chOff x="266768" y="1721375"/>
            <a:chExt cx="397907" cy="397887"/>
          </a:xfrm>
        </p:grpSpPr>
        <p:sp>
          <p:nvSpPr>
            <p:cNvPr id="1349" name="Google Shape;1349;p66"/>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6"/>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1" name="Google Shape;1351;p66"/>
          <p:cNvGrpSpPr/>
          <p:nvPr/>
        </p:nvGrpSpPr>
        <p:grpSpPr>
          <a:xfrm>
            <a:off x="3845852" y="3347012"/>
            <a:ext cx="387641" cy="387661"/>
            <a:chOff x="864491" y="1723250"/>
            <a:chExt cx="397866" cy="397887"/>
          </a:xfrm>
        </p:grpSpPr>
        <p:sp>
          <p:nvSpPr>
            <p:cNvPr id="1352" name="Google Shape;1352;p66"/>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6"/>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66"/>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5" name="Google Shape;1355;p66"/>
          <p:cNvSpPr/>
          <p:nvPr/>
        </p:nvSpPr>
        <p:spPr>
          <a:xfrm>
            <a:off x="4907952" y="3382240"/>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6" name="Google Shape;1356;p66"/>
          <p:cNvGrpSpPr/>
          <p:nvPr/>
        </p:nvGrpSpPr>
        <p:grpSpPr>
          <a:xfrm>
            <a:off x="5440204" y="3346360"/>
            <a:ext cx="388966" cy="388966"/>
            <a:chOff x="1190625" y="238125"/>
            <a:chExt cx="5235075" cy="5235075"/>
          </a:xfrm>
        </p:grpSpPr>
        <p:sp>
          <p:nvSpPr>
            <p:cNvPr id="1357" name="Google Shape;1357;p66"/>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66"/>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RESOURCES</a:t>
            </a:r>
            <a:endParaRPr/>
          </a:p>
        </p:txBody>
      </p:sp>
      <p:sp>
        <p:nvSpPr>
          <p:cNvPr id="1450" name="Google Shape;1450;p68"/>
          <p:cNvSpPr/>
          <p:nvPr/>
        </p:nvSpPr>
        <p:spPr>
          <a:xfrm>
            <a:off x="6890475" y="1378501"/>
            <a:ext cx="519636" cy="828763"/>
          </a:xfrm>
          <a:custGeom>
            <a:rect b="b" l="l" r="r" t="t"/>
            <a:pathLst>
              <a:path extrusionOk="0" h="45826" w="28733">
                <a:moveTo>
                  <a:pt x="14521" y="0"/>
                </a:moveTo>
                <a:cubicBezTo>
                  <a:pt x="14369" y="0"/>
                  <a:pt x="14216" y="12"/>
                  <a:pt x="14068" y="12"/>
                </a:cubicBezTo>
                <a:lnTo>
                  <a:pt x="13585" y="12"/>
                </a:lnTo>
                <a:cubicBezTo>
                  <a:pt x="13472" y="12"/>
                  <a:pt x="13356" y="9"/>
                  <a:pt x="13238" y="9"/>
                </a:cubicBezTo>
                <a:cubicBezTo>
                  <a:pt x="13124" y="9"/>
                  <a:pt x="13009" y="12"/>
                  <a:pt x="12894" y="26"/>
                </a:cubicBezTo>
                <a:cubicBezTo>
                  <a:pt x="12852" y="26"/>
                  <a:pt x="12825" y="40"/>
                  <a:pt x="12784" y="53"/>
                </a:cubicBezTo>
                <a:lnTo>
                  <a:pt x="12769" y="53"/>
                </a:lnTo>
                <a:cubicBezTo>
                  <a:pt x="12673" y="95"/>
                  <a:pt x="12576" y="192"/>
                  <a:pt x="12590" y="344"/>
                </a:cubicBezTo>
                <a:cubicBezTo>
                  <a:pt x="12590" y="786"/>
                  <a:pt x="12618" y="1214"/>
                  <a:pt x="12645" y="1656"/>
                </a:cubicBezTo>
                <a:cubicBezTo>
                  <a:pt x="12203" y="1656"/>
                  <a:pt x="11774" y="1671"/>
                  <a:pt x="11332" y="1671"/>
                </a:cubicBezTo>
                <a:cubicBezTo>
                  <a:pt x="11236" y="1671"/>
                  <a:pt x="11166" y="1698"/>
                  <a:pt x="11125" y="1754"/>
                </a:cubicBezTo>
                <a:cubicBezTo>
                  <a:pt x="11056" y="1809"/>
                  <a:pt x="11015" y="1877"/>
                  <a:pt x="11015" y="1988"/>
                </a:cubicBezTo>
                <a:cubicBezTo>
                  <a:pt x="11028" y="2445"/>
                  <a:pt x="11056" y="2900"/>
                  <a:pt x="11070" y="3370"/>
                </a:cubicBezTo>
                <a:cubicBezTo>
                  <a:pt x="11070" y="3481"/>
                  <a:pt x="11125" y="3563"/>
                  <a:pt x="11194" y="3605"/>
                </a:cubicBezTo>
                <a:cubicBezTo>
                  <a:pt x="11208" y="3619"/>
                  <a:pt x="11208" y="3619"/>
                  <a:pt x="11221" y="3619"/>
                </a:cubicBezTo>
                <a:lnTo>
                  <a:pt x="11221" y="3633"/>
                </a:lnTo>
                <a:cubicBezTo>
                  <a:pt x="11263" y="3661"/>
                  <a:pt x="11319" y="3674"/>
                  <a:pt x="11387" y="3674"/>
                </a:cubicBezTo>
                <a:cubicBezTo>
                  <a:pt x="11506" y="3681"/>
                  <a:pt x="11624" y="3684"/>
                  <a:pt x="11741" y="3684"/>
                </a:cubicBezTo>
                <a:cubicBezTo>
                  <a:pt x="12089" y="3684"/>
                  <a:pt x="12432" y="3661"/>
                  <a:pt x="12784" y="3661"/>
                </a:cubicBezTo>
                <a:cubicBezTo>
                  <a:pt x="12784" y="3937"/>
                  <a:pt x="12797" y="4214"/>
                  <a:pt x="12784" y="4490"/>
                </a:cubicBezTo>
                <a:cubicBezTo>
                  <a:pt x="11125" y="4586"/>
                  <a:pt x="9370" y="5802"/>
                  <a:pt x="8762" y="7350"/>
                </a:cubicBezTo>
                <a:cubicBezTo>
                  <a:pt x="8444" y="8152"/>
                  <a:pt x="8485" y="9174"/>
                  <a:pt x="8748" y="9976"/>
                </a:cubicBezTo>
                <a:cubicBezTo>
                  <a:pt x="8942" y="10626"/>
                  <a:pt x="9370" y="11164"/>
                  <a:pt x="9826" y="11676"/>
                </a:cubicBezTo>
                <a:cubicBezTo>
                  <a:pt x="9108" y="11800"/>
                  <a:pt x="8472" y="12325"/>
                  <a:pt x="8389" y="13127"/>
                </a:cubicBezTo>
                <a:cubicBezTo>
                  <a:pt x="8347" y="13556"/>
                  <a:pt x="8430" y="14108"/>
                  <a:pt x="8831" y="14357"/>
                </a:cubicBezTo>
                <a:cubicBezTo>
                  <a:pt x="8872" y="14385"/>
                  <a:pt x="8914" y="14398"/>
                  <a:pt x="8955" y="14426"/>
                </a:cubicBezTo>
                <a:cubicBezTo>
                  <a:pt x="8623" y="14757"/>
                  <a:pt x="8485" y="15282"/>
                  <a:pt x="8638" y="15863"/>
                </a:cubicBezTo>
                <a:cubicBezTo>
                  <a:pt x="8840" y="16609"/>
                  <a:pt x="9470" y="16763"/>
                  <a:pt x="10116" y="16763"/>
                </a:cubicBezTo>
                <a:cubicBezTo>
                  <a:pt x="10307" y="16763"/>
                  <a:pt x="10500" y="16750"/>
                  <a:pt x="10683" y="16734"/>
                </a:cubicBezTo>
                <a:cubicBezTo>
                  <a:pt x="10987" y="17563"/>
                  <a:pt x="10904" y="18627"/>
                  <a:pt x="10917" y="19470"/>
                </a:cubicBezTo>
                <a:cubicBezTo>
                  <a:pt x="10945" y="21197"/>
                  <a:pt x="10849" y="22925"/>
                  <a:pt x="10655" y="24652"/>
                </a:cubicBezTo>
                <a:cubicBezTo>
                  <a:pt x="10448" y="26449"/>
                  <a:pt x="10130" y="28260"/>
                  <a:pt x="9563" y="29986"/>
                </a:cubicBezTo>
                <a:cubicBezTo>
                  <a:pt x="9163" y="31162"/>
                  <a:pt x="8568" y="32612"/>
                  <a:pt x="7366" y="33179"/>
                </a:cubicBezTo>
                <a:cubicBezTo>
                  <a:pt x="7269" y="33220"/>
                  <a:pt x="7173" y="33373"/>
                  <a:pt x="7228" y="33539"/>
                </a:cubicBezTo>
                <a:cubicBezTo>
                  <a:pt x="7380" y="34036"/>
                  <a:pt x="7505" y="34478"/>
                  <a:pt x="7352" y="34989"/>
                </a:cubicBezTo>
                <a:cubicBezTo>
                  <a:pt x="7201" y="35529"/>
                  <a:pt x="6633" y="35860"/>
                  <a:pt x="6191" y="36122"/>
                </a:cubicBezTo>
                <a:cubicBezTo>
                  <a:pt x="5432" y="36565"/>
                  <a:pt x="4588" y="36869"/>
                  <a:pt x="3897" y="37436"/>
                </a:cubicBezTo>
                <a:cubicBezTo>
                  <a:pt x="3372" y="37878"/>
                  <a:pt x="2736" y="38348"/>
                  <a:pt x="2502" y="39039"/>
                </a:cubicBezTo>
                <a:cubicBezTo>
                  <a:pt x="2405" y="39343"/>
                  <a:pt x="2349" y="39675"/>
                  <a:pt x="2419" y="40006"/>
                </a:cubicBezTo>
                <a:cubicBezTo>
                  <a:pt x="2460" y="40324"/>
                  <a:pt x="2612" y="40614"/>
                  <a:pt x="2709" y="40904"/>
                </a:cubicBezTo>
                <a:cubicBezTo>
                  <a:pt x="2611" y="40890"/>
                  <a:pt x="2513" y="40883"/>
                  <a:pt x="2415" y="40883"/>
                </a:cubicBezTo>
                <a:cubicBezTo>
                  <a:pt x="1860" y="40883"/>
                  <a:pt x="1305" y="41107"/>
                  <a:pt x="871" y="41471"/>
                </a:cubicBezTo>
                <a:cubicBezTo>
                  <a:pt x="111" y="42120"/>
                  <a:pt x="0" y="43378"/>
                  <a:pt x="346" y="44276"/>
                </a:cubicBezTo>
                <a:cubicBezTo>
                  <a:pt x="829" y="45506"/>
                  <a:pt x="2902" y="45617"/>
                  <a:pt x="3994" y="45728"/>
                </a:cubicBezTo>
                <a:cubicBezTo>
                  <a:pt x="4695" y="45796"/>
                  <a:pt x="6950" y="45826"/>
                  <a:pt x="9726" y="45826"/>
                </a:cubicBezTo>
                <a:cubicBezTo>
                  <a:pt x="15277" y="45826"/>
                  <a:pt x="22908" y="45709"/>
                  <a:pt x="24337" y="45562"/>
                </a:cubicBezTo>
                <a:cubicBezTo>
                  <a:pt x="25428" y="45451"/>
                  <a:pt x="27515" y="45313"/>
                  <a:pt x="28040" y="44110"/>
                </a:cubicBezTo>
                <a:cubicBezTo>
                  <a:pt x="28733" y="42546"/>
                  <a:pt x="27605" y="40662"/>
                  <a:pt x="26026" y="40662"/>
                </a:cubicBezTo>
                <a:cubicBezTo>
                  <a:pt x="25903" y="40662"/>
                  <a:pt x="25777" y="40673"/>
                  <a:pt x="25649" y="40697"/>
                </a:cubicBezTo>
                <a:cubicBezTo>
                  <a:pt x="25746" y="40406"/>
                  <a:pt x="25884" y="40117"/>
                  <a:pt x="25925" y="39813"/>
                </a:cubicBezTo>
                <a:cubicBezTo>
                  <a:pt x="25981" y="39481"/>
                  <a:pt x="25940" y="39149"/>
                  <a:pt x="25815" y="38831"/>
                </a:cubicBezTo>
                <a:cubicBezTo>
                  <a:pt x="25580" y="38154"/>
                  <a:pt x="24945" y="37698"/>
                  <a:pt x="24405" y="37270"/>
                </a:cubicBezTo>
                <a:cubicBezTo>
                  <a:pt x="23714" y="36703"/>
                  <a:pt x="22872" y="36399"/>
                  <a:pt x="22084" y="35984"/>
                </a:cubicBezTo>
                <a:cubicBezTo>
                  <a:pt x="20992" y="35404"/>
                  <a:pt x="20591" y="34589"/>
                  <a:pt x="21006" y="33414"/>
                </a:cubicBezTo>
                <a:cubicBezTo>
                  <a:pt x="21075" y="33262"/>
                  <a:pt x="20965" y="33110"/>
                  <a:pt x="20854" y="33054"/>
                </a:cubicBezTo>
                <a:cubicBezTo>
                  <a:pt x="19679" y="32529"/>
                  <a:pt x="19071" y="31162"/>
                  <a:pt x="18656" y="30029"/>
                </a:cubicBezTo>
                <a:cubicBezTo>
                  <a:pt x="18021" y="28328"/>
                  <a:pt x="17689" y="26518"/>
                  <a:pt x="17440" y="24722"/>
                </a:cubicBezTo>
                <a:cubicBezTo>
                  <a:pt x="17206" y="23008"/>
                  <a:pt x="17081" y="21267"/>
                  <a:pt x="17068" y="19526"/>
                </a:cubicBezTo>
                <a:cubicBezTo>
                  <a:pt x="17053" y="18654"/>
                  <a:pt x="16957" y="17536"/>
                  <a:pt x="17247" y="16679"/>
                </a:cubicBezTo>
                <a:cubicBezTo>
                  <a:pt x="17410" y="16690"/>
                  <a:pt x="17575" y="16698"/>
                  <a:pt x="17736" y="16698"/>
                </a:cubicBezTo>
                <a:cubicBezTo>
                  <a:pt x="18407" y="16698"/>
                  <a:pt x="19022" y="16549"/>
                  <a:pt x="19279" y="15780"/>
                </a:cubicBezTo>
                <a:cubicBezTo>
                  <a:pt x="19472" y="15186"/>
                  <a:pt x="19306" y="14674"/>
                  <a:pt x="18933" y="14343"/>
                </a:cubicBezTo>
                <a:cubicBezTo>
                  <a:pt x="18988" y="14315"/>
                  <a:pt x="19030" y="14302"/>
                  <a:pt x="19071" y="14274"/>
                </a:cubicBezTo>
                <a:cubicBezTo>
                  <a:pt x="19458" y="14011"/>
                  <a:pt x="19541" y="13458"/>
                  <a:pt x="19485" y="13030"/>
                </a:cubicBezTo>
                <a:cubicBezTo>
                  <a:pt x="19403" y="12229"/>
                  <a:pt x="18754" y="11717"/>
                  <a:pt x="18007" y="11593"/>
                </a:cubicBezTo>
                <a:cubicBezTo>
                  <a:pt x="18450" y="11081"/>
                  <a:pt x="18850" y="10543"/>
                  <a:pt x="19085" y="9893"/>
                </a:cubicBezTo>
                <a:cubicBezTo>
                  <a:pt x="19375" y="9078"/>
                  <a:pt x="19292" y="8069"/>
                  <a:pt x="19016" y="7267"/>
                </a:cubicBezTo>
                <a:cubicBezTo>
                  <a:pt x="18477" y="5719"/>
                  <a:pt x="16556" y="4545"/>
                  <a:pt x="14939" y="4476"/>
                </a:cubicBezTo>
                <a:cubicBezTo>
                  <a:pt x="14925" y="4199"/>
                  <a:pt x="14939" y="3923"/>
                  <a:pt x="14925" y="3646"/>
                </a:cubicBezTo>
                <a:cubicBezTo>
                  <a:pt x="15028" y="3644"/>
                  <a:pt x="15130" y="3643"/>
                  <a:pt x="15232" y="3643"/>
                </a:cubicBezTo>
                <a:cubicBezTo>
                  <a:pt x="15427" y="3643"/>
                  <a:pt x="15621" y="3646"/>
                  <a:pt x="15813" y="3646"/>
                </a:cubicBezTo>
                <a:cubicBezTo>
                  <a:pt x="15984" y="3646"/>
                  <a:pt x="16154" y="3643"/>
                  <a:pt x="16321" y="3633"/>
                </a:cubicBezTo>
                <a:cubicBezTo>
                  <a:pt x="16390" y="3633"/>
                  <a:pt x="16445" y="3605"/>
                  <a:pt x="16487" y="3578"/>
                </a:cubicBezTo>
                <a:lnTo>
                  <a:pt x="16500" y="3578"/>
                </a:lnTo>
                <a:lnTo>
                  <a:pt x="16515" y="3563"/>
                </a:lnTo>
                <a:cubicBezTo>
                  <a:pt x="16583" y="3508"/>
                  <a:pt x="16639" y="3425"/>
                  <a:pt x="16639" y="3315"/>
                </a:cubicBezTo>
                <a:cubicBezTo>
                  <a:pt x="16639" y="2859"/>
                  <a:pt x="16666" y="2403"/>
                  <a:pt x="16666" y="1933"/>
                </a:cubicBezTo>
                <a:cubicBezTo>
                  <a:pt x="16666" y="1837"/>
                  <a:pt x="16625" y="1754"/>
                  <a:pt x="16556" y="1698"/>
                </a:cubicBezTo>
                <a:cubicBezTo>
                  <a:pt x="16500" y="1656"/>
                  <a:pt x="16432" y="1629"/>
                  <a:pt x="16349" y="1629"/>
                </a:cubicBezTo>
                <a:cubicBezTo>
                  <a:pt x="15907" y="1629"/>
                  <a:pt x="15478" y="1629"/>
                  <a:pt x="15036" y="1643"/>
                </a:cubicBezTo>
                <a:cubicBezTo>
                  <a:pt x="15050" y="1201"/>
                  <a:pt x="15078" y="759"/>
                  <a:pt x="15078" y="330"/>
                </a:cubicBezTo>
                <a:cubicBezTo>
                  <a:pt x="15078" y="178"/>
                  <a:pt x="14980" y="81"/>
                  <a:pt x="14884" y="40"/>
                </a:cubicBezTo>
                <a:lnTo>
                  <a:pt x="14870" y="40"/>
                </a:lnTo>
                <a:cubicBezTo>
                  <a:pt x="14829" y="26"/>
                  <a:pt x="14787" y="12"/>
                  <a:pt x="14746" y="12"/>
                </a:cubicBezTo>
                <a:cubicBezTo>
                  <a:pt x="14672" y="3"/>
                  <a:pt x="14597" y="0"/>
                  <a:pt x="145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68"/>
          <p:cNvSpPr/>
          <p:nvPr/>
        </p:nvSpPr>
        <p:spPr>
          <a:xfrm>
            <a:off x="7454462" y="2207187"/>
            <a:ext cx="489543" cy="740092"/>
          </a:xfrm>
          <a:custGeom>
            <a:rect b="b" l="l" r="r" t="t"/>
            <a:pathLst>
              <a:path extrusionOk="0" h="40923" w="27069">
                <a:moveTo>
                  <a:pt x="13157" y="0"/>
                </a:moveTo>
                <a:cubicBezTo>
                  <a:pt x="12315" y="14"/>
                  <a:pt x="11458" y="345"/>
                  <a:pt x="11250" y="1230"/>
                </a:cubicBezTo>
                <a:cubicBezTo>
                  <a:pt x="11112" y="1824"/>
                  <a:pt x="11320" y="2390"/>
                  <a:pt x="11692" y="2847"/>
                </a:cubicBezTo>
                <a:cubicBezTo>
                  <a:pt x="10725" y="3109"/>
                  <a:pt x="10076" y="3925"/>
                  <a:pt x="9938" y="4961"/>
                </a:cubicBezTo>
                <a:cubicBezTo>
                  <a:pt x="9453" y="5016"/>
                  <a:pt x="8984" y="5016"/>
                  <a:pt x="8500" y="5031"/>
                </a:cubicBezTo>
                <a:lnTo>
                  <a:pt x="8458" y="5031"/>
                </a:lnTo>
                <a:cubicBezTo>
                  <a:pt x="8320" y="5058"/>
                  <a:pt x="8252" y="5141"/>
                  <a:pt x="8210" y="5252"/>
                </a:cubicBezTo>
                <a:cubicBezTo>
                  <a:pt x="8169" y="5362"/>
                  <a:pt x="8196" y="5500"/>
                  <a:pt x="8307" y="5597"/>
                </a:cubicBezTo>
                <a:cubicBezTo>
                  <a:pt x="8320" y="5611"/>
                  <a:pt x="8348" y="5624"/>
                  <a:pt x="8362" y="5624"/>
                </a:cubicBezTo>
                <a:cubicBezTo>
                  <a:pt x="9205" y="6109"/>
                  <a:pt x="9730" y="7408"/>
                  <a:pt x="9827" y="8388"/>
                </a:cubicBezTo>
                <a:cubicBezTo>
                  <a:pt x="9026" y="8430"/>
                  <a:pt x="8293" y="8955"/>
                  <a:pt x="8210" y="9812"/>
                </a:cubicBezTo>
                <a:cubicBezTo>
                  <a:pt x="8169" y="10227"/>
                  <a:pt x="8252" y="10752"/>
                  <a:pt x="8639" y="11001"/>
                </a:cubicBezTo>
                <a:cubicBezTo>
                  <a:pt x="8666" y="11014"/>
                  <a:pt x="8707" y="11028"/>
                  <a:pt x="8735" y="11042"/>
                </a:cubicBezTo>
                <a:cubicBezTo>
                  <a:pt x="8431" y="11373"/>
                  <a:pt x="8307" y="11871"/>
                  <a:pt x="8458" y="12423"/>
                </a:cubicBezTo>
                <a:cubicBezTo>
                  <a:pt x="8641" y="13130"/>
                  <a:pt x="9237" y="13281"/>
                  <a:pt x="9856" y="13281"/>
                </a:cubicBezTo>
                <a:cubicBezTo>
                  <a:pt x="10036" y="13281"/>
                  <a:pt x="10219" y="13268"/>
                  <a:pt x="10393" y="13253"/>
                </a:cubicBezTo>
                <a:cubicBezTo>
                  <a:pt x="10670" y="14041"/>
                  <a:pt x="10601" y="15036"/>
                  <a:pt x="10614" y="15823"/>
                </a:cubicBezTo>
                <a:cubicBezTo>
                  <a:pt x="10642" y="17468"/>
                  <a:pt x="10546" y="19099"/>
                  <a:pt x="10366" y="20730"/>
                </a:cubicBezTo>
                <a:cubicBezTo>
                  <a:pt x="10172" y="22443"/>
                  <a:pt x="9868" y="24170"/>
                  <a:pt x="9330" y="25801"/>
                </a:cubicBezTo>
                <a:cubicBezTo>
                  <a:pt x="8956" y="26921"/>
                  <a:pt x="8390" y="28303"/>
                  <a:pt x="7257" y="28828"/>
                </a:cubicBezTo>
                <a:cubicBezTo>
                  <a:pt x="7146" y="28869"/>
                  <a:pt x="7021" y="29035"/>
                  <a:pt x="7104" y="29187"/>
                </a:cubicBezTo>
                <a:cubicBezTo>
                  <a:pt x="7491" y="30237"/>
                  <a:pt x="7201" y="30969"/>
                  <a:pt x="6247" y="31550"/>
                </a:cubicBezTo>
                <a:cubicBezTo>
                  <a:pt x="5488" y="32020"/>
                  <a:pt x="4631" y="32310"/>
                  <a:pt x="3940" y="32891"/>
                </a:cubicBezTo>
                <a:cubicBezTo>
                  <a:pt x="3443" y="33291"/>
                  <a:pt x="2875" y="33733"/>
                  <a:pt x="2641" y="34356"/>
                </a:cubicBezTo>
                <a:cubicBezTo>
                  <a:pt x="2530" y="34660"/>
                  <a:pt x="2475" y="34991"/>
                  <a:pt x="2530" y="35323"/>
                </a:cubicBezTo>
                <a:cubicBezTo>
                  <a:pt x="2586" y="35613"/>
                  <a:pt x="2710" y="35876"/>
                  <a:pt x="2807" y="36152"/>
                </a:cubicBezTo>
                <a:cubicBezTo>
                  <a:pt x="2697" y="36134"/>
                  <a:pt x="2590" y="36125"/>
                  <a:pt x="2486" y="36125"/>
                </a:cubicBezTo>
                <a:cubicBezTo>
                  <a:pt x="988" y="36125"/>
                  <a:pt x="1" y="37900"/>
                  <a:pt x="581" y="39386"/>
                </a:cubicBezTo>
                <a:cubicBezTo>
                  <a:pt x="1038" y="40575"/>
                  <a:pt x="3028" y="40671"/>
                  <a:pt x="4078" y="40781"/>
                </a:cubicBezTo>
                <a:cubicBezTo>
                  <a:pt x="5119" y="40883"/>
                  <a:pt x="7337" y="40923"/>
                  <a:pt x="9905" y="40923"/>
                </a:cubicBezTo>
                <a:cubicBezTo>
                  <a:pt x="15043" y="40923"/>
                  <a:pt x="21587" y="40763"/>
                  <a:pt x="22941" y="40615"/>
                </a:cubicBezTo>
                <a:cubicBezTo>
                  <a:pt x="23978" y="40505"/>
                  <a:pt x="25885" y="40353"/>
                  <a:pt x="26396" y="39233"/>
                </a:cubicBezTo>
                <a:cubicBezTo>
                  <a:pt x="27068" y="37734"/>
                  <a:pt x="25975" y="35932"/>
                  <a:pt x="24451" y="35932"/>
                </a:cubicBezTo>
                <a:cubicBezTo>
                  <a:pt x="24346" y="35932"/>
                  <a:pt x="24239" y="35941"/>
                  <a:pt x="24130" y="35959"/>
                </a:cubicBezTo>
                <a:cubicBezTo>
                  <a:pt x="24213" y="35751"/>
                  <a:pt x="24310" y="35544"/>
                  <a:pt x="24365" y="35323"/>
                </a:cubicBezTo>
                <a:cubicBezTo>
                  <a:pt x="24448" y="34991"/>
                  <a:pt x="24421" y="34632"/>
                  <a:pt x="24323" y="34314"/>
                </a:cubicBezTo>
                <a:cubicBezTo>
                  <a:pt x="24130" y="33623"/>
                  <a:pt x="23466" y="33140"/>
                  <a:pt x="22941" y="32725"/>
                </a:cubicBezTo>
                <a:cubicBezTo>
                  <a:pt x="22292" y="32200"/>
                  <a:pt x="21518" y="31909"/>
                  <a:pt x="20785" y="31522"/>
                </a:cubicBezTo>
                <a:cubicBezTo>
                  <a:pt x="19735" y="30984"/>
                  <a:pt x="19321" y="30210"/>
                  <a:pt x="19722" y="29077"/>
                </a:cubicBezTo>
                <a:cubicBezTo>
                  <a:pt x="19735" y="29035"/>
                  <a:pt x="19735" y="28994"/>
                  <a:pt x="19735" y="28952"/>
                </a:cubicBezTo>
                <a:lnTo>
                  <a:pt x="19735" y="28924"/>
                </a:lnTo>
                <a:cubicBezTo>
                  <a:pt x="19722" y="28841"/>
                  <a:pt x="19680" y="28773"/>
                  <a:pt x="19569" y="28717"/>
                </a:cubicBezTo>
                <a:cubicBezTo>
                  <a:pt x="18451" y="28220"/>
                  <a:pt x="17883" y="26921"/>
                  <a:pt x="17483" y="25843"/>
                </a:cubicBezTo>
                <a:cubicBezTo>
                  <a:pt x="16875" y="24240"/>
                  <a:pt x="16557" y="22512"/>
                  <a:pt x="16336" y="20813"/>
                </a:cubicBezTo>
                <a:cubicBezTo>
                  <a:pt x="16114" y="19182"/>
                  <a:pt x="15991" y="17537"/>
                  <a:pt x="15976" y="15893"/>
                </a:cubicBezTo>
                <a:cubicBezTo>
                  <a:pt x="15963" y="15064"/>
                  <a:pt x="15880" y="14013"/>
                  <a:pt x="16142" y="13212"/>
                </a:cubicBezTo>
                <a:cubicBezTo>
                  <a:pt x="16282" y="13219"/>
                  <a:pt x="16423" y="13225"/>
                  <a:pt x="16562" y="13225"/>
                </a:cubicBezTo>
                <a:cubicBezTo>
                  <a:pt x="17217" y="13225"/>
                  <a:pt x="17826" y="13093"/>
                  <a:pt x="18077" y="12341"/>
                </a:cubicBezTo>
                <a:cubicBezTo>
                  <a:pt x="18257" y="11788"/>
                  <a:pt x="18104" y="11290"/>
                  <a:pt x="17773" y="10973"/>
                </a:cubicBezTo>
                <a:cubicBezTo>
                  <a:pt x="17800" y="10945"/>
                  <a:pt x="17828" y="10931"/>
                  <a:pt x="17870" y="10918"/>
                </a:cubicBezTo>
                <a:cubicBezTo>
                  <a:pt x="18243" y="10669"/>
                  <a:pt x="18326" y="10144"/>
                  <a:pt x="18270" y="9729"/>
                </a:cubicBezTo>
                <a:cubicBezTo>
                  <a:pt x="18174" y="8872"/>
                  <a:pt x="17428" y="8361"/>
                  <a:pt x="16640" y="8333"/>
                </a:cubicBezTo>
                <a:cubicBezTo>
                  <a:pt x="16709" y="7338"/>
                  <a:pt x="17220" y="6039"/>
                  <a:pt x="18049" y="5541"/>
                </a:cubicBezTo>
                <a:cubicBezTo>
                  <a:pt x="18077" y="5528"/>
                  <a:pt x="18091" y="5514"/>
                  <a:pt x="18104" y="5500"/>
                </a:cubicBezTo>
                <a:cubicBezTo>
                  <a:pt x="18215" y="5418"/>
                  <a:pt x="18243" y="5279"/>
                  <a:pt x="18187" y="5154"/>
                </a:cubicBezTo>
                <a:cubicBezTo>
                  <a:pt x="18160" y="5058"/>
                  <a:pt x="18077" y="4961"/>
                  <a:pt x="17939" y="4948"/>
                </a:cubicBezTo>
                <a:lnTo>
                  <a:pt x="17898" y="4948"/>
                </a:lnTo>
                <a:cubicBezTo>
                  <a:pt x="17413" y="4948"/>
                  <a:pt x="16944" y="4948"/>
                  <a:pt x="16460" y="4906"/>
                </a:cubicBezTo>
                <a:cubicBezTo>
                  <a:pt x="16308" y="3883"/>
                  <a:pt x="15645" y="3068"/>
                  <a:pt x="14677" y="2819"/>
                </a:cubicBezTo>
                <a:cubicBezTo>
                  <a:pt x="15023" y="2363"/>
                  <a:pt x="15189" y="1810"/>
                  <a:pt x="15079" y="1189"/>
                </a:cubicBezTo>
                <a:cubicBezTo>
                  <a:pt x="14926" y="304"/>
                  <a:pt x="14001" y="0"/>
                  <a:pt x="131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68"/>
          <p:cNvSpPr/>
          <p:nvPr/>
        </p:nvSpPr>
        <p:spPr>
          <a:xfrm>
            <a:off x="6476887" y="2273498"/>
            <a:ext cx="447441" cy="673775"/>
          </a:xfrm>
          <a:custGeom>
            <a:rect b="b" l="l" r="r" t="t"/>
            <a:pathLst>
              <a:path extrusionOk="0" h="37256" w="24741">
                <a:moveTo>
                  <a:pt x="11935" y="0"/>
                </a:moveTo>
                <a:cubicBezTo>
                  <a:pt x="11836" y="0"/>
                  <a:pt x="11740" y="35"/>
                  <a:pt x="11677" y="104"/>
                </a:cubicBezTo>
                <a:cubicBezTo>
                  <a:pt x="10074" y="1651"/>
                  <a:pt x="8278" y="3172"/>
                  <a:pt x="7670" y="5396"/>
                </a:cubicBezTo>
                <a:cubicBezTo>
                  <a:pt x="7366" y="6529"/>
                  <a:pt x="7559" y="7704"/>
                  <a:pt x="8071" y="8727"/>
                </a:cubicBezTo>
                <a:cubicBezTo>
                  <a:pt x="8292" y="9183"/>
                  <a:pt x="8609" y="9556"/>
                  <a:pt x="8969" y="9916"/>
                </a:cubicBezTo>
                <a:cubicBezTo>
                  <a:pt x="9328" y="10247"/>
                  <a:pt x="9757" y="10579"/>
                  <a:pt x="9702" y="11062"/>
                </a:cubicBezTo>
                <a:cubicBezTo>
                  <a:pt x="8278" y="11145"/>
                  <a:pt x="7159" y="11961"/>
                  <a:pt x="6896" y="13439"/>
                </a:cubicBezTo>
                <a:cubicBezTo>
                  <a:pt x="6606" y="15042"/>
                  <a:pt x="7780" y="16700"/>
                  <a:pt x="9425" y="16825"/>
                </a:cubicBezTo>
                <a:cubicBezTo>
                  <a:pt x="10157" y="18152"/>
                  <a:pt x="9646" y="20128"/>
                  <a:pt x="9245" y="21469"/>
                </a:cubicBezTo>
                <a:cubicBezTo>
                  <a:pt x="8817" y="22892"/>
                  <a:pt x="8071" y="24826"/>
                  <a:pt x="6647" y="25532"/>
                </a:cubicBezTo>
                <a:cubicBezTo>
                  <a:pt x="6426" y="25642"/>
                  <a:pt x="6536" y="25891"/>
                  <a:pt x="6619" y="26029"/>
                </a:cubicBezTo>
                <a:cubicBezTo>
                  <a:pt x="6938" y="27010"/>
                  <a:pt x="6619" y="27673"/>
                  <a:pt x="5722" y="28213"/>
                </a:cubicBezTo>
                <a:cubicBezTo>
                  <a:pt x="4989" y="28655"/>
                  <a:pt x="4187" y="28931"/>
                  <a:pt x="3524" y="29484"/>
                </a:cubicBezTo>
                <a:cubicBezTo>
                  <a:pt x="3068" y="29871"/>
                  <a:pt x="2543" y="30271"/>
                  <a:pt x="2308" y="30838"/>
                </a:cubicBezTo>
                <a:cubicBezTo>
                  <a:pt x="2184" y="31142"/>
                  <a:pt x="2142" y="31419"/>
                  <a:pt x="2169" y="31736"/>
                </a:cubicBezTo>
                <a:cubicBezTo>
                  <a:pt x="2184" y="32055"/>
                  <a:pt x="2322" y="32331"/>
                  <a:pt x="2433" y="32621"/>
                </a:cubicBezTo>
                <a:cubicBezTo>
                  <a:pt x="2360" y="32612"/>
                  <a:pt x="2287" y="32608"/>
                  <a:pt x="2214" y="32608"/>
                </a:cubicBezTo>
                <a:cubicBezTo>
                  <a:pt x="1718" y="32608"/>
                  <a:pt x="1225" y="32805"/>
                  <a:pt x="815" y="33118"/>
                </a:cubicBezTo>
                <a:cubicBezTo>
                  <a:pt x="69" y="33713"/>
                  <a:pt x="0" y="34846"/>
                  <a:pt x="277" y="35703"/>
                </a:cubicBezTo>
                <a:cubicBezTo>
                  <a:pt x="636" y="36849"/>
                  <a:pt x="2584" y="36974"/>
                  <a:pt x="3551" y="37085"/>
                </a:cubicBezTo>
                <a:cubicBezTo>
                  <a:pt x="4694" y="37204"/>
                  <a:pt x="7155" y="37255"/>
                  <a:pt x="9899" y="37255"/>
                </a:cubicBezTo>
                <a:cubicBezTo>
                  <a:pt x="14160" y="37255"/>
                  <a:pt x="19105" y="37132"/>
                  <a:pt x="20853" y="36947"/>
                </a:cubicBezTo>
                <a:cubicBezTo>
                  <a:pt x="21863" y="36836"/>
                  <a:pt x="23770" y="36684"/>
                  <a:pt x="24198" y="35537"/>
                </a:cubicBezTo>
                <a:cubicBezTo>
                  <a:pt x="24740" y="34103"/>
                  <a:pt x="23750" y="32416"/>
                  <a:pt x="22310" y="32416"/>
                </a:cubicBezTo>
                <a:cubicBezTo>
                  <a:pt x="22209" y="32416"/>
                  <a:pt x="22106" y="32424"/>
                  <a:pt x="22001" y="32441"/>
                </a:cubicBezTo>
                <a:cubicBezTo>
                  <a:pt x="22097" y="32178"/>
                  <a:pt x="22208" y="31930"/>
                  <a:pt x="22250" y="31653"/>
                </a:cubicBezTo>
                <a:cubicBezTo>
                  <a:pt x="22291" y="31364"/>
                  <a:pt x="22250" y="31087"/>
                  <a:pt x="22167" y="30824"/>
                </a:cubicBezTo>
                <a:cubicBezTo>
                  <a:pt x="21973" y="30175"/>
                  <a:pt x="21365" y="29733"/>
                  <a:pt x="20868" y="29332"/>
                </a:cubicBezTo>
                <a:cubicBezTo>
                  <a:pt x="20245" y="28848"/>
                  <a:pt x="19527" y="28558"/>
                  <a:pt x="18822" y="28198"/>
                </a:cubicBezTo>
                <a:cubicBezTo>
                  <a:pt x="17827" y="27701"/>
                  <a:pt x="17385" y="26997"/>
                  <a:pt x="17717" y="25932"/>
                </a:cubicBezTo>
                <a:cubicBezTo>
                  <a:pt x="17800" y="25711"/>
                  <a:pt x="17896" y="25545"/>
                  <a:pt x="17662" y="25434"/>
                </a:cubicBezTo>
                <a:cubicBezTo>
                  <a:pt x="16224" y="24758"/>
                  <a:pt x="15478" y="22836"/>
                  <a:pt x="15008" y="21427"/>
                </a:cubicBezTo>
                <a:cubicBezTo>
                  <a:pt x="14566" y="20100"/>
                  <a:pt x="14041" y="18110"/>
                  <a:pt x="14745" y="16770"/>
                </a:cubicBezTo>
                <a:cubicBezTo>
                  <a:pt x="16321" y="16632"/>
                  <a:pt x="17468" y="15056"/>
                  <a:pt x="17233" y="13494"/>
                </a:cubicBezTo>
                <a:cubicBezTo>
                  <a:pt x="16998" y="11947"/>
                  <a:pt x="15851" y="11076"/>
                  <a:pt x="14358" y="11021"/>
                </a:cubicBezTo>
                <a:cubicBezTo>
                  <a:pt x="14303" y="10592"/>
                  <a:pt x="14635" y="10288"/>
                  <a:pt x="14966" y="9971"/>
                </a:cubicBezTo>
                <a:cubicBezTo>
                  <a:pt x="15312" y="9625"/>
                  <a:pt x="15602" y="9280"/>
                  <a:pt x="15865" y="8851"/>
                </a:cubicBezTo>
                <a:cubicBezTo>
                  <a:pt x="16445" y="7843"/>
                  <a:pt x="16569" y="6667"/>
                  <a:pt x="16348" y="5534"/>
                </a:cubicBezTo>
                <a:cubicBezTo>
                  <a:pt x="15906" y="3227"/>
                  <a:pt x="13820" y="1609"/>
                  <a:pt x="12202" y="104"/>
                </a:cubicBezTo>
                <a:cubicBezTo>
                  <a:pt x="12133" y="35"/>
                  <a:pt x="12033" y="0"/>
                  <a:pt x="119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68"/>
          <p:cNvSpPr/>
          <p:nvPr/>
        </p:nvSpPr>
        <p:spPr>
          <a:xfrm>
            <a:off x="5915106" y="1594813"/>
            <a:ext cx="475599" cy="612430"/>
          </a:xfrm>
          <a:custGeom>
            <a:rect b="b" l="l" r="r" t="t"/>
            <a:pathLst>
              <a:path extrusionOk="0" h="33864" w="26298">
                <a:moveTo>
                  <a:pt x="6621" y="0"/>
                </a:moveTo>
                <a:cubicBezTo>
                  <a:pt x="6548" y="0"/>
                  <a:pt x="6468" y="31"/>
                  <a:pt x="6398" y="101"/>
                </a:cubicBezTo>
                <a:cubicBezTo>
                  <a:pt x="5445" y="1151"/>
                  <a:pt x="6495" y="2035"/>
                  <a:pt x="6840" y="3058"/>
                </a:cubicBezTo>
                <a:cubicBezTo>
                  <a:pt x="4754" y="3983"/>
                  <a:pt x="3164" y="5822"/>
                  <a:pt x="1976" y="7715"/>
                </a:cubicBezTo>
                <a:cubicBezTo>
                  <a:pt x="1244" y="8890"/>
                  <a:pt x="608" y="10189"/>
                  <a:pt x="345" y="11571"/>
                </a:cubicBezTo>
                <a:cubicBezTo>
                  <a:pt x="0" y="13367"/>
                  <a:pt x="262" y="15219"/>
                  <a:pt x="566" y="17001"/>
                </a:cubicBezTo>
                <a:cubicBezTo>
                  <a:pt x="857" y="18646"/>
                  <a:pt x="1520" y="20042"/>
                  <a:pt x="2252" y="21521"/>
                </a:cubicBezTo>
                <a:cubicBezTo>
                  <a:pt x="2694" y="22391"/>
                  <a:pt x="2985" y="23262"/>
                  <a:pt x="3219" y="24202"/>
                </a:cubicBezTo>
                <a:cubicBezTo>
                  <a:pt x="3496" y="25265"/>
                  <a:pt x="3731" y="26343"/>
                  <a:pt x="3925" y="27421"/>
                </a:cubicBezTo>
                <a:cubicBezTo>
                  <a:pt x="4021" y="27988"/>
                  <a:pt x="4242" y="28762"/>
                  <a:pt x="4187" y="29398"/>
                </a:cubicBezTo>
                <a:cubicBezTo>
                  <a:pt x="4047" y="29367"/>
                  <a:pt x="3911" y="29353"/>
                  <a:pt x="3779" y="29353"/>
                </a:cubicBezTo>
                <a:cubicBezTo>
                  <a:pt x="2364" y="29353"/>
                  <a:pt x="1406" y="31020"/>
                  <a:pt x="1962" y="32411"/>
                </a:cubicBezTo>
                <a:cubicBezTo>
                  <a:pt x="2405" y="33502"/>
                  <a:pt x="4201" y="33599"/>
                  <a:pt x="5169" y="33695"/>
                </a:cubicBezTo>
                <a:cubicBezTo>
                  <a:pt x="6328" y="33811"/>
                  <a:pt x="8861" y="33863"/>
                  <a:pt x="11674" y="33863"/>
                </a:cubicBezTo>
                <a:cubicBezTo>
                  <a:pt x="15933" y="33863"/>
                  <a:pt x="20833" y="33744"/>
                  <a:pt x="22581" y="33544"/>
                </a:cubicBezTo>
                <a:cubicBezTo>
                  <a:pt x="23548" y="33433"/>
                  <a:pt x="25345" y="33295"/>
                  <a:pt x="25760" y="32203"/>
                </a:cubicBezTo>
                <a:cubicBezTo>
                  <a:pt x="26298" y="30819"/>
                  <a:pt x="25327" y="29187"/>
                  <a:pt x="23939" y="29187"/>
                </a:cubicBezTo>
                <a:cubicBezTo>
                  <a:pt x="23829" y="29187"/>
                  <a:pt x="23718" y="29197"/>
                  <a:pt x="23604" y="29218"/>
                </a:cubicBezTo>
                <a:cubicBezTo>
                  <a:pt x="23811" y="26026"/>
                  <a:pt x="21765" y="23621"/>
                  <a:pt x="19403" y="21700"/>
                </a:cubicBezTo>
                <a:cubicBezTo>
                  <a:pt x="18048" y="20594"/>
                  <a:pt x="16528" y="19682"/>
                  <a:pt x="15395" y="18328"/>
                </a:cubicBezTo>
                <a:cubicBezTo>
                  <a:pt x="14800" y="17596"/>
                  <a:pt x="14386" y="16753"/>
                  <a:pt x="13943" y="15938"/>
                </a:cubicBezTo>
                <a:cubicBezTo>
                  <a:pt x="13571" y="15247"/>
                  <a:pt x="13114" y="14514"/>
                  <a:pt x="13031" y="13727"/>
                </a:cubicBezTo>
                <a:lnTo>
                  <a:pt x="13031" y="13727"/>
                </a:lnTo>
                <a:cubicBezTo>
                  <a:pt x="13318" y="13782"/>
                  <a:pt x="13612" y="13806"/>
                  <a:pt x="13909" y="13806"/>
                </a:cubicBezTo>
                <a:cubicBezTo>
                  <a:pt x="14712" y="13806"/>
                  <a:pt x="15536" y="13632"/>
                  <a:pt x="16293" y="13450"/>
                </a:cubicBezTo>
                <a:cubicBezTo>
                  <a:pt x="16556" y="13712"/>
                  <a:pt x="16790" y="14016"/>
                  <a:pt x="17067" y="14279"/>
                </a:cubicBezTo>
                <a:cubicBezTo>
                  <a:pt x="17454" y="14639"/>
                  <a:pt x="17868" y="14970"/>
                  <a:pt x="18310" y="15288"/>
                </a:cubicBezTo>
                <a:cubicBezTo>
                  <a:pt x="18764" y="15620"/>
                  <a:pt x="19231" y="15843"/>
                  <a:pt x="19746" y="15843"/>
                </a:cubicBezTo>
                <a:cubicBezTo>
                  <a:pt x="19938" y="15843"/>
                  <a:pt x="20136" y="15812"/>
                  <a:pt x="20342" y="15744"/>
                </a:cubicBezTo>
                <a:cubicBezTo>
                  <a:pt x="21544" y="15385"/>
                  <a:pt x="22471" y="14058"/>
                  <a:pt x="23023" y="13008"/>
                </a:cubicBezTo>
                <a:cubicBezTo>
                  <a:pt x="23037" y="12980"/>
                  <a:pt x="23037" y="12966"/>
                  <a:pt x="23051" y="12938"/>
                </a:cubicBezTo>
                <a:cubicBezTo>
                  <a:pt x="23355" y="11833"/>
                  <a:pt x="22443" y="10935"/>
                  <a:pt x="21710" y="10257"/>
                </a:cubicBezTo>
                <a:cubicBezTo>
                  <a:pt x="20536" y="9194"/>
                  <a:pt x="19333" y="8171"/>
                  <a:pt x="18172" y="7121"/>
                </a:cubicBezTo>
                <a:cubicBezTo>
                  <a:pt x="17094" y="6126"/>
                  <a:pt x="16031" y="5089"/>
                  <a:pt x="14842" y="4204"/>
                </a:cubicBezTo>
                <a:cubicBezTo>
                  <a:pt x="13986" y="3571"/>
                  <a:pt x="12991" y="3077"/>
                  <a:pt x="11940" y="3077"/>
                </a:cubicBezTo>
                <a:cubicBezTo>
                  <a:pt x="11753" y="3077"/>
                  <a:pt x="11564" y="3093"/>
                  <a:pt x="11373" y="3126"/>
                </a:cubicBezTo>
                <a:cubicBezTo>
                  <a:pt x="10005" y="1869"/>
                  <a:pt x="8664" y="73"/>
                  <a:pt x="6661" y="3"/>
                </a:cubicBezTo>
                <a:cubicBezTo>
                  <a:pt x="6648" y="1"/>
                  <a:pt x="6635" y="0"/>
                  <a:pt x="66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68"/>
          <p:cNvSpPr/>
          <p:nvPr/>
        </p:nvSpPr>
        <p:spPr>
          <a:xfrm>
            <a:off x="5014675" y="1652806"/>
            <a:ext cx="425847" cy="554432"/>
          </a:xfrm>
          <a:custGeom>
            <a:rect b="b" l="l" r="r" t="t"/>
            <a:pathLst>
              <a:path extrusionOk="0" h="30657" w="23547">
                <a:moveTo>
                  <a:pt x="18733" y="1"/>
                </a:moveTo>
                <a:cubicBezTo>
                  <a:pt x="18150" y="1"/>
                  <a:pt x="17566" y="18"/>
                  <a:pt x="16986" y="25"/>
                </a:cubicBezTo>
                <a:cubicBezTo>
                  <a:pt x="16875" y="25"/>
                  <a:pt x="16654" y="81"/>
                  <a:pt x="16584" y="343"/>
                </a:cubicBezTo>
                <a:cubicBezTo>
                  <a:pt x="16446" y="1006"/>
                  <a:pt x="16295" y="1669"/>
                  <a:pt x="16197" y="2347"/>
                </a:cubicBezTo>
                <a:cubicBezTo>
                  <a:pt x="15949" y="2347"/>
                  <a:pt x="15687" y="2347"/>
                  <a:pt x="15438" y="2319"/>
                </a:cubicBezTo>
                <a:cubicBezTo>
                  <a:pt x="15493" y="1711"/>
                  <a:pt x="15548" y="1103"/>
                  <a:pt x="15687" y="495"/>
                </a:cubicBezTo>
                <a:cubicBezTo>
                  <a:pt x="15714" y="370"/>
                  <a:pt x="15687" y="274"/>
                  <a:pt x="15617" y="204"/>
                </a:cubicBezTo>
                <a:cubicBezTo>
                  <a:pt x="15562" y="149"/>
                  <a:pt x="15493" y="94"/>
                  <a:pt x="15383" y="94"/>
                </a:cubicBezTo>
                <a:cubicBezTo>
                  <a:pt x="15201" y="87"/>
                  <a:pt x="15018" y="84"/>
                  <a:pt x="14835" y="84"/>
                </a:cubicBezTo>
                <a:cubicBezTo>
                  <a:pt x="14289" y="84"/>
                  <a:pt x="13739" y="108"/>
                  <a:pt x="13191" y="108"/>
                </a:cubicBezTo>
                <a:cubicBezTo>
                  <a:pt x="12838" y="108"/>
                  <a:pt x="12486" y="98"/>
                  <a:pt x="12134" y="66"/>
                </a:cubicBezTo>
                <a:cubicBezTo>
                  <a:pt x="12122" y="65"/>
                  <a:pt x="12110" y="65"/>
                  <a:pt x="12098" y="65"/>
                </a:cubicBezTo>
                <a:cubicBezTo>
                  <a:pt x="11967" y="65"/>
                  <a:pt x="11883" y="131"/>
                  <a:pt x="11858" y="232"/>
                </a:cubicBezTo>
                <a:cubicBezTo>
                  <a:pt x="11830" y="274"/>
                  <a:pt x="11817" y="329"/>
                  <a:pt x="11817" y="385"/>
                </a:cubicBezTo>
                <a:cubicBezTo>
                  <a:pt x="11830" y="1034"/>
                  <a:pt x="11913" y="1725"/>
                  <a:pt x="11789" y="2375"/>
                </a:cubicBezTo>
                <a:cubicBezTo>
                  <a:pt x="11747" y="2375"/>
                  <a:pt x="11043" y="2388"/>
                  <a:pt x="11029" y="2388"/>
                </a:cubicBezTo>
                <a:cubicBezTo>
                  <a:pt x="10905" y="1739"/>
                  <a:pt x="10974" y="1048"/>
                  <a:pt x="10974" y="385"/>
                </a:cubicBezTo>
                <a:cubicBezTo>
                  <a:pt x="10974" y="334"/>
                  <a:pt x="10986" y="74"/>
                  <a:pt x="10721" y="74"/>
                </a:cubicBezTo>
                <a:cubicBezTo>
                  <a:pt x="10697" y="74"/>
                  <a:pt x="10671" y="76"/>
                  <a:pt x="10642" y="81"/>
                </a:cubicBezTo>
                <a:cubicBezTo>
                  <a:pt x="10103" y="136"/>
                  <a:pt x="9564" y="143"/>
                  <a:pt x="9025" y="143"/>
                </a:cubicBezTo>
                <a:cubicBezTo>
                  <a:pt x="8845" y="143"/>
                  <a:pt x="8666" y="142"/>
                  <a:pt x="8486" y="142"/>
                </a:cubicBezTo>
                <a:cubicBezTo>
                  <a:pt x="8127" y="142"/>
                  <a:pt x="7767" y="145"/>
                  <a:pt x="7408" y="164"/>
                </a:cubicBezTo>
                <a:cubicBezTo>
                  <a:pt x="7021" y="164"/>
                  <a:pt x="7076" y="453"/>
                  <a:pt x="7104" y="564"/>
                </a:cubicBezTo>
                <a:cubicBezTo>
                  <a:pt x="7257" y="1172"/>
                  <a:pt x="7325" y="1780"/>
                  <a:pt x="7395" y="2388"/>
                </a:cubicBezTo>
                <a:cubicBezTo>
                  <a:pt x="7132" y="2416"/>
                  <a:pt x="6883" y="2430"/>
                  <a:pt x="6621" y="2430"/>
                </a:cubicBezTo>
                <a:cubicBezTo>
                  <a:pt x="6524" y="1752"/>
                  <a:pt x="6358" y="1103"/>
                  <a:pt x="6206" y="440"/>
                </a:cubicBezTo>
                <a:cubicBezTo>
                  <a:pt x="6180" y="345"/>
                  <a:pt x="6126" y="121"/>
                  <a:pt x="5831" y="121"/>
                </a:cubicBezTo>
                <a:cubicBezTo>
                  <a:pt x="5822" y="121"/>
                  <a:pt x="5814" y="121"/>
                  <a:pt x="5805" y="122"/>
                </a:cubicBezTo>
                <a:cubicBezTo>
                  <a:pt x="5493" y="122"/>
                  <a:pt x="5181" y="120"/>
                  <a:pt x="4871" y="120"/>
                </a:cubicBezTo>
                <a:cubicBezTo>
                  <a:pt x="4014" y="120"/>
                  <a:pt x="3161" y="135"/>
                  <a:pt x="2309" y="246"/>
                </a:cubicBezTo>
                <a:cubicBezTo>
                  <a:pt x="1936" y="302"/>
                  <a:pt x="1950" y="647"/>
                  <a:pt x="2116" y="827"/>
                </a:cubicBezTo>
                <a:cubicBezTo>
                  <a:pt x="2931" y="1973"/>
                  <a:pt x="3124" y="3646"/>
                  <a:pt x="3318" y="4986"/>
                </a:cubicBezTo>
                <a:cubicBezTo>
                  <a:pt x="3470" y="6119"/>
                  <a:pt x="3511" y="7280"/>
                  <a:pt x="3677" y="8413"/>
                </a:cubicBezTo>
                <a:cubicBezTo>
                  <a:pt x="3705" y="8552"/>
                  <a:pt x="3857" y="8634"/>
                  <a:pt x="3995" y="8649"/>
                </a:cubicBezTo>
                <a:cubicBezTo>
                  <a:pt x="4467" y="8679"/>
                  <a:pt x="4940" y="8689"/>
                  <a:pt x="5414" y="8689"/>
                </a:cubicBezTo>
                <a:cubicBezTo>
                  <a:pt x="5800" y="8689"/>
                  <a:pt x="6188" y="8682"/>
                  <a:pt x="6579" y="8676"/>
                </a:cubicBezTo>
                <a:cubicBezTo>
                  <a:pt x="6966" y="9104"/>
                  <a:pt x="7076" y="9851"/>
                  <a:pt x="7201" y="10390"/>
                </a:cubicBezTo>
                <a:cubicBezTo>
                  <a:pt x="7270" y="10722"/>
                  <a:pt x="7340" y="11039"/>
                  <a:pt x="7353" y="11385"/>
                </a:cubicBezTo>
                <a:cubicBezTo>
                  <a:pt x="7436" y="12393"/>
                  <a:pt x="7436" y="13430"/>
                  <a:pt x="7423" y="14453"/>
                </a:cubicBezTo>
                <a:cubicBezTo>
                  <a:pt x="7408" y="15572"/>
                  <a:pt x="7367" y="16705"/>
                  <a:pt x="7242" y="17825"/>
                </a:cubicBezTo>
                <a:cubicBezTo>
                  <a:pt x="7201" y="18225"/>
                  <a:pt x="7132" y="18627"/>
                  <a:pt x="7008" y="19013"/>
                </a:cubicBezTo>
                <a:cubicBezTo>
                  <a:pt x="6883" y="19400"/>
                  <a:pt x="6358" y="20036"/>
                  <a:pt x="5985" y="20174"/>
                </a:cubicBezTo>
                <a:cubicBezTo>
                  <a:pt x="5722" y="20257"/>
                  <a:pt x="5764" y="20534"/>
                  <a:pt x="5875" y="20727"/>
                </a:cubicBezTo>
                <a:cubicBezTo>
                  <a:pt x="6137" y="21584"/>
                  <a:pt x="5819" y="22137"/>
                  <a:pt x="5031" y="22607"/>
                </a:cubicBezTo>
                <a:cubicBezTo>
                  <a:pt x="4395" y="22979"/>
                  <a:pt x="3691" y="23228"/>
                  <a:pt x="3111" y="23712"/>
                </a:cubicBezTo>
                <a:cubicBezTo>
                  <a:pt x="2696" y="24057"/>
                  <a:pt x="2212" y="24431"/>
                  <a:pt x="2019" y="24969"/>
                </a:cubicBezTo>
                <a:cubicBezTo>
                  <a:pt x="1936" y="25232"/>
                  <a:pt x="1880" y="25509"/>
                  <a:pt x="1936" y="25785"/>
                </a:cubicBezTo>
                <a:cubicBezTo>
                  <a:pt x="1963" y="26019"/>
                  <a:pt x="2061" y="26241"/>
                  <a:pt x="2143" y="26462"/>
                </a:cubicBezTo>
                <a:cubicBezTo>
                  <a:pt x="2097" y="26458"/>
                  <a:pt x="2050" y="26456"/>
                  <a:pt x="2003" y="26456"/>
                </a:cubicBezTo>
                <a:cubicBezTo>
                  <a:pt x="1553" y="26456"/>
                  <a:pt x="1109" y="26631"/>
                  <a:pt x="734" y="26932"/>
                </a:cubicBezTo>
                <a:cubicBezTo>
                  <a:pt x="56" y="27457"/>
                  <a:pt x="1" y="28479"/>
                  <a:pt x="250" y="29240"/>
                </a:cubicBezTo>
                <a:cubicBezTo>
                  <a:pt x="581" y="30276"/>
                  <a:pt x="2282" y="30386"/>
                  <a:pt x="3152" y="30484"/>
                </a:cubicBezTo>
                <a:cubicBezTo>
                  <a:pt x="4275" y="30604"/>
                  <a:pt x="6719" y="30657"/>
                  <a:pt x="9441" y="30657"/>
                </a:cubicBezTo>
                <a:cubicBezTo>
                  <a:pt x="13614" y="30657"/>
                  <a:pt x="18441" y="30532"/>
                  <a:pt x="20164" y="30331"/>
                </a:cubicBezTo>
                <a:cubicBezTo>
                  <a:pt x="21104" y="30221"/>
                  <a:pt x="22637" y="30069"/>
                  <a:pt x="23039" y="29046"/>
                </a:cubicBezTo>
                <a:cubicBezTo>
                  <a:pt x="23546" y="27743"/>
                  <a:pt x="22592" y="26280"/>
                  <a:pt x="21311" y="26280"/>
                </a:cubicBezTo>
                <a:cubicBezTo>
                  <a:pt x="21234" y="26280"/>
                  <a:pt x="21156" y="26285"/>
                  <a:pt x="21076" y="26296"/>
                </a:cubicBezTo>
                <a:cubicBezTo>
                  <a:pt x="21200" y="25854"/>
                  <a:pt x="21380" y="25467"/>
                  <a:pt x="21242" y="24942"/>
                </a:cubicBezTo>
                <a:cubicBezTo>
                  <a:pt x="21104" y="24348"/>
                  <a:pt x="20523" y="23919"/>
                  <a:pt x="20081" y="23574"/>
                </a:cubicBezTo>
                <a:cubicBezTo>
                  <a:pt x="19542" y="23145"/>
                  <a:pt x="18920" y="22883"/>
                  <a:pt x="18312" y="22579"/>
                </a:cubicBezTo>
                <a:cubicBezTo>
                  <a:pt x="17441" y="22137"/>
                  <a:pt x="17013" y="21556"/>
                  <a:pt x="17275" y="20630"/>
                </a:cubicBezTo>
                <a:cubicBezTo>
                  <a:pt x="17373" y="20326"/>
                  <a:pt x="17413" y="20160"/>
                  <a:pt x="17151" y="20077"/>
                </a:cubicBezTo>
                <a:cubicBezTo>
                  <a:pt x="16792" y="19953"/>
                  <a:pt x="16280" y="19345"/>
                  <a:pt x="16129" y="18999"/>
                </a:cubicBezTo>
                <a:cubicBezTo>
                  <a:pt x="15976" y="18654"/>
                  <a:pt x="15935" y="18253"/>
                  <a:pt x="15866" y="17894"/>
                </a:cubicBezTo>
                <a:cubicBezTo>
                  <a:pt x="15700" y="16733"/>
                  <a:pt x="15659" y="15544"/>
                  <a:pt x="15617" y="14370"/>
                </a:cubicBezTo>
                <a:cubicBezTo>
                  <a:pt x="15589" y="13388"/>
                  <a:pt x="15576" y="12380"/>
                  <a:pt x="15617" y="11398"/>
                </a:cubicBezTo>
                <a:cubicBezTo>
                  <a:pt x="15631" y="11067"/>
                  <a:pt x="15672" y="10777"/>
                  <a:pt x="15742" y="10459"/>
                </a:cubicBezTo>
                <a:cubicBezTo>
                  <a:pt x="15852" y="9878"/>
                  <a:pt x="15949" y="9049"/>
                  <a:pt x="16363" y="8594"/>
                </a:cubicBezTo>
                <a:cubicBezTo>
                  <a:pt x="17220" y="8594"/>
                  <a:pt x="18091" y="8579"/>
                  <a:pt x="18948" y="8511"/>
                </a:cubicBezTo>
                <a:cubicBezTo>
                  <a:pt x="19072" y="8496"/>
                  <a:pt x="19224" y="8428"/>
                  <a:pt x="19252" y="8275"/>
                </a:cubicBezTo>
                <a:cubicBezTo>
                  <a:pt x="19390" y="7184"/>
                  <a:pt x="19418" y="6092"/>
                  <a:pt x="19542" y="5000"/>
                </a:cubicBezTo>
                <a:cubicBezTo>
                  <a:pt x="19707" y="3604"/>
                  <a:pt x="19860" y="1863"/>
                  <a:pt x="20675" y="661"/>
                </a:cubicBezTo>
                <a:cubicBezTo>
                  <a:pt x="20827" y="426"/>
                  <a:pt x="20841" y="94"/>
                  <a:pt x="20481" y="81"/>
                </a:cubicBezTo>
                <a:cubicBezTo>
                  <a:pt x="19901" y="18"/>
                  <a:pt x="19317" y="1"/>
                  <a:pt x="187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68"/>
          <p:cNvSpPr/>
          <p:nvPr/>
        </p:nvSpPr>
        <p:spPr>
          <a:xfrm>
            <a:off x="5443018" y="2475308"/>
            <a:ext cx="357124" cy="471946"/>
          </a:xfrm>
          <a:custGeom>
            <a:rect b="b" l="l" r="r" t="t"/>
            <a:pathLst>
              <a:path extrusionOk="0" h="26096" w="19747">
                <a:moveTo>
                  <a:pt x="9648" y="1"/>
                </a:moveTo>
                <a:cubicBezTo>
                  <a:pt x="9625" y="1"/>
                  <a:pt x="9601" y="1"/>
                  <a:pt x="9578" y="1"/>
                </a:cubicBezTo>
                <a:cubicBezTo>
                  <a:pt x="6938" y="14"/>
                  <a:pt x="4686" y="1604"/>
                  <a:pt x="4285" y="4271"/>
                </a:cubicBezTo>
                <a:cubicBezTo>
                  <a:pt x="3940" y="6524"/>
                  <a:pt x="4990" y="8886"/>
                  <a:pt x="7229" y="9605"/>
                </a:cubicBezTo>
                <a:cubicBezTo>
                  <a:pt x="7656" y="11748"/>
                  <a:pt x="7131" y="14967"/>
                  <a:pt x="4948" y="15949"/>
                </a:cubicBezTo>
                <a:cubicBezTo>
                  <a:pt x="4796" y="16004"/>
                  <a:pt x="4782" y="16115"/>
                  <a:pt x="4796" y="16238"/>
                </a:cubicBezTo>
                <a:cubicBezTo>
                  <a:pt x="4769" y="17027"/>
                  <a:pt x="4520" y="17593"/>
                  <a:pt x="3829" y="18007"/>
                </a:cubicBezTo>
                <a:cubicBezTo>
                  <a:pt x="3276" y="18353"/>
                  <a:pt x="2654" y="18560"/>
                  <a:pt x="2129" y="18961"/>
                </a:cubicBezTo>
                <a:cubicBezTo>
                  <a:pt x="1548" y="19389"/>
                  <a:pt x="1148" y="20012"/>
                  <a:pt x="1134" y="20744"/>
                </a:cubicBezTo>
                <a:cubicBezTo>
                  <a:pt x="1120" y="21394"/>
                  <a:pt x="1590" y="21904"/>
                  <a:pt x="1769" y="22499"/>
                </a:cubicBezTo>
                <a:cubicBezTo>
                  <a:pt x="1747" y="22498"/>
                  <a:pt x="1725" y="22498"/>
                  <a:pt x="1703" y="22498"/>
                </a:cubicBezTo>
                <a:cubicBezTo>
                  <a:pt x="1338" y="22498"/>
                  <a:pt x="978" y="22610"/>
                  <a:pt x="691" y="22844"/>
                </a:cubicBezTo>
                <a:cubicBezTo>
                  <a:pt x="56" y="23328"/>
                  <a:pt x="0" y="24102"/>
                  <a:pt x="181" y="24834"/>
                </a:cubicBezTo>
                <a:cubicBezTo>
                  <a:pt x="387" y="25719"/>
                  <a:pt x="1839" y="25844"/>
                  <a:pt x="2558" y="25927"/>
                </a:cubicBezTo>
                <a:cubicBezTo>
                  <a:pt x="3535" y="26044"/>
                  <a:pt x="5694" y="26095"/>
                  <a:pt x="8080" y="26095"/>
                </a:cubicBezTo>
                <a:cubicBezTo>
                  <a:pt x="11600" y="26095"/>
                  <a:pt x="15613" y="25983"/>
                  <a:pt x="17054" y="25802"/>
                </a:cubicBezTo>
                <a:cubicBezTo>
                  <a:pt x="17787" y="25719"/>
                  <a:pt x="19127" y="25567"/>
                  <a:pt x="19403" y="24710"/>
                </a:cubicBezTo>
                <a:cubicBezTo>
                  <a:pt x="19747" y="23613"/>
                  <a:pt x="19041" y="22339"/>
                  <a:pt x="17939" y="22339"/>
                </a:cubicBezTo>
                <a:cubicBezTo>
                  <a:pt x="17889" y="22339"/>
                  <a:pt x="17838" y="22341"/>
                  <a:pt x="17787" y="22347"/>
                </a:cubicBezTo>
                <a:cubicBezTo>
                  <a:pt x="17938" y="21808"/>
                  <a:pt x="18340" y="21324"/>
                  <a:pt x="18380" y="20744"/>
                </a:cubicBezTo>
                <a:cubicBezTo>
                  <a:pt x="18422" y="19970"/>
                  <a:pt x="18008" y="19334"/>
                  <a:pt x="17427" y="18879"/>
                </a:cubicBezTo>
                <a:cubicBezTo>
                  <a:pt x="16916" y="18464"/>
                  <a:pt x="16307" y="18256"/>
                  <a:pt x="15741" y="17966"/>
                </a:cubicBezTo>
                <a:cubicBezTo>
                  <a:pt x="14995" y="17580"/>
                  <a:pt x="14677" y="16985"/>
                  <a:pt x="14649" y="16156"/>
                </a:cubicBezTo>
                <a:cubicBezTo>
                  <a:pt x="14636" y="16017"/>
                  <a:pt x="14636" y="15921"/>
                  <a:pt x="14483" y="15866"/>
                </a:cubicBezTo>
                <a:cubicBezTo>
                  <a:pt x="12287" y="14912"/>
                  <a:pt x="11706" y="11720"/>
                  <a:pt x="12093" y="9564"/>
                </a:cubicBezTo>
                <a:cubicBezTo>
                  <a:pt x="14360" y="8804"/>
                  <a:pt x="15285" y="6441"/>
                  <a:pt x="14953" y="4175"/>
                </a:cubicBezTo>
                <a:cubicBezTo>
                  <a:pt x="14570" y="1530"/>
                  <a:pt x="12258" y="1"/>
                  <a:pt x="96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68"/>
          <p:cNvSpPr/>
          <p:nvPr/>
        </p:nvSpPr>
        <p:spPr>
          <a:xfrm>
            <a:off x="6890475" y="3034730"/>
            <a:ext cx="519636" cy="828763"/>
          </a:xfrm>
          <a:custGeom>
            <a:rect b="b" l="l" r="r" t="t"/>
            <a:pathLst>
              <a:path extrusionOk="0" h="45826" w="28733">
                <a:moveTo>
                  <a:pt x="14521" y="0"/>
                </a:moveTo>
                <a:cubicBezTo>
                  <a:pt x="14369" y="0"/>
                  <a:pt x="14216" y="12"/>
                  <a:pt x="14068" y="12"/>
                </a:cubicBezTo>
                <a:lnTo>
                  <a:pt x="13585" y="12"/>
                </a:lnTo>
                <a:cubicBezTo>
                  <a:pt x="13472" y="12"/>
                  <a:pt x="13356" y="9"/>
                  <a:pt x="13238" y="9"/>
                </a:cubicBezTo>
                <a:cubicBezTo>
                  <a:pt x="13124" y="9"/>
                  <a:pt x="13009" y="12"/>
                  <a:pt x="12894" y="26"/>
                </a:cubicBezTo>
                <a:cubicBezTo>
                  <a:pt x="12852" y="26"/>
                  <a:pt x="12825" y="40"/>
                  <a:pt x="12784" y="53"/>
                </a:cubicBezTo>
                <a:lnTo>
                  <a:pt x="12769" y="53"/>
                </a:lnTo>
                <a:cubicBezTo>
                  <a:pt x="12673" y="95"/>
                  <a:pt x="12576" y="192"/>
                  <a:pt x="12590" y="344"/>
                </a:cubicBezTo>
                <a:cubicBezTo>
                  <a:pt x="12590" y="786"/>
                  <a:pt x="12618" y="1214"/>
                  <a:pt x="12645" y="1656"/>
                </a:cubicBezTo>
                <a:cubicBezTo>
                  <a:pt x="12203" y="1656"/>
                  <a:pt x="11774" y="1671"/>
                  <a:pt x="11332" y="1671"/>
                </a:cubicBezTo>
                <a:cubicBezTo>
                  <a:pt x="11236" y="1671"/>
                  <a:pt x="11166" y="1698"/>
                  <a:pt x="11125" y="1754"/>
                </a:cubicBezTo>
                <a:cubicBezTo>
                  <a:pt x="11056" y="1809"/>
                  <a:pt x="11015" y="1877"/>
                  <a:pt x="11015" y="1988"/>
                </a:cubicBezTo>
                <a:cubicBezTo>
                  <a:pt x="11028" y="2445"/>
                  <a:pt x="11056" y="2900"/>
                  <a:pt x="11070" y="3370"/>
                </a:cubicBezTo>
                <a:cubicBezTo>
                  <a:pt x="11070" y="3481"/>
                  <a:pt x="11125" y="3563"/>
                  <a:pt x="11194" y="3605"/>
                </a:cubicBezTo>
                <a:cubicBezTo>
                  <a:pt x="11208" y="3619"/>
                  <a:pt x="11208" y="3619"/>
                  <a:pt x="11221" y="3619"/>
                </a:cubicBezTo>
                <a:lnTo>
                  <a:pt x="11221" y="3633"/>
                </a:lnTo>
                <a:cubicBezTo>
                  <a:pt x="11263" y="3661"/>
                  <a:pt x="11319" y="3674"/>
                  <a:pt x="11387" y="3674"/>
                </a:cubicBezTo>
                <a:cubicBezTo>
                  <a:pt x="11506" y="3681"/>
                  <a:pt x="11624" y="3684"/>
                  <a:pt x="11741" y="3684"/>
                </a:cubicBezTo>
                <a:cubicBezTo>
                  <a:pt x="12089" y="3684"/>
                  <a:pt x="12432" y="3661"/>
                  <a:pt x="12784" y="3661"/>
                </a:cubicBezTo>
                <a:cubicBezTo>
                  <a:pt x="12784" y="3937"/>
                  <a:pt x="12797" y="4214"/>
                  <a:pt x="12784" y="4490"/>
                </a:cubicBezTo>
                <a:cubicBezTo>
                  <a:pt x="11125" y="4586"/>
                  <a:pt x="9370" y="5802"/>
                  <a:pt x="8762" y="7350"/>
                </a:cubicBezTo>
                <a:cubicBezTo>
                  <a:pt x="8444" y="8152"/>
                  <a:pt x="8485" y="9174"/>
                  <a:pt x="8748" y="9976"/>
                </a:cubicBezTo>
                <a:cubicBezTo>
                  <a:pt x="8942" y="10626"/>
                  <a:pt x="9370" y="11164"/>
                  <a:pt x="9826" y="11676"/>
                </a:cubicBezTo>
                <a:cubicBezTo>
                  <a:pt x="9108" y="11800"/>
                  <a:pt x="8472" y="12325"/>
                  <a:pt x="8389" y="13127"/>
                </a:cubicBezTo>
                <a:cubicBezTo>
                  <a:pt x="8347" y="13556"/>
                  <a:pt x="8430" y="14108"/>
                  <a:pt x="8831" y="14357"/>
                </a:cubicBezTo>
                <a:cubicBezTo>
                  <a:pt x="8872" y="14385"/>
                  <a:pt x="8914" y="14398"/>
                  <a:pt x="8955" y="14426"/>
                </a:cubicBezTo>
                <a:cubicBezTo>
                  <a:pt x="8623" y="14757"/>
                  <a:pt x="8485" y="15282"/>
                  <a:pt x="8638" y="15863"/>
                </a:cubicBezTo>
                <a:cubicBezTo>
                  <a:pt x="8840" y="16609"/>
                  <a:pt x="9470" y="16763"/>
                  <a:pt x="10116" y="16763"/>
                </a:cubicBezTo>
                <a:cubicBezTo>
                  <a:pt x="10307" y="16763"/>
                  <a:pt x="10500" y="16750"/>
                  <a:pt x="10683" y="16734"/>
                </a:cubicBezTo>
                <a:cubicBezTo>
                  <a:pt x="10987" y="17563"/>
                  <a:pt x="10904" y="18627"/>
                  <a:pt x="10917" y="19470"/>
                </a:cubicBezTo>
                <a:cubicBezTo>
                  <a:pt x="10945" y="21197"/>
                  <a:pt x="10849" y="22925"/>
                  <a:pt x="10655" y="24652"/>
                </a:cubicBezTo>
                <a:cubicBezTo>
                  <a:pt x="10448" y="26449"/>
                  <a:pt x="10130" y="28260"/>
                  <a:pt x="9563" y="29986"/>
                </a:cubicBezTo>
                <a:cubicBezTo>
                  <a:pt x="9163" y="31162"/>
                  <a:pt x="8568" y="32612"/>
                  <a:pt x="7366" y="33179"/>
                </a:cubicBezTo>
                <a:cubicBezTo>
                  <a:pt x="7269" y="33220"/>
                  <a:pt x="7173" y="33373"/>
                  <a:pt x="7228" y="33539"/>
                </a:cubicBezTo>
                <a:cubicBezTo>
                  <a:pt x="7380" y="34036"/>
                  <a:pt x="7505" y="34478"/>
                  <a:pt x="7352" y="34989"/>
                </a:cubicBezTo>
                <a:cubicBezTo>
                  <a:pt x="7201" y="35529"/>
                  <a:pt x="6633" y="35860"/>
                  <a:pt x="6191" y="36122"/>
                </a:cubicBezTo>
                <a:cubicBezTo>
                  <a:pt x="5432" y="36565"/>
                  <a:pt x="4588" y="36869"/>
                  <a:pt x="3897" y="37436"/>
                </a:cubicBezTo>
                <a:cubicBezTo>
                  <a:pt x="3372" y="37878"/>
                  <a:pt x="2736" y="38348"/>
                  <a:pt x="2502" y="39039"/>
                </a:cubicBezTo>
                <a:cubicBezTo>
                  <a:pt x="2405" y="39343"/>
                  <a:pt x="2349" y="39675"/>
                  <a:pt x="2419" y="40006"/>
                </a:cubicBezTo>
                <a:cubicBezTo>
                  <a:pt x="2460" y="40324"/>
                  <a:pt x="2612" y="40614"/>
                  <a:pt x="2709" y="40904"/>
                </a:cubicBezTo>
                <a:cubicBezTo>
                  <a:pt x="2611" y="40890"/>
                  <a:pt x="2513" y="40883"/>
                  <a:pt x="2415" y="40883"/>
                </a:cubicBezTo>
                <a:cubicBezTo>
                  <a:pt x="1860" y="40883"/>
                  <a:pt x="1305" y="41107"/>
                  <a:pt x="871" y="41471"/>
                </a:cubicBezTo>
                <a:cubicBezTo>
                  <a:pt x="111" y="42120"/>
                  <a:pt x="0" y="43378"/>
                  <a:pt x="346" y="44276"/>
                </a:cubicBezTo>
                <a:cubicBezTo>
                  <a:pt x="829" y="45506"/>
                  <a:pt x="2902" y="45617"/>
                  <a:pt x="3994" y="45728"/>
                </a:cubicBezTo>
                <a:cubicBezTo>
                  <a:pt x="4695" y="45796"/>
                  <a:pt x="6950" y="45826"/>
                  <a:pt x="9726" y="45826"/>
                </a:cubicBezTo>
                <a:cubicBezTo>
                  <a:pt x="15277" y="45826"/>
                  <a:pt x="22908" y="45709"/>
                  <a:pt x="24337" y="45562"/>
                </a:cubicBezTo>
                <a:cubicBezTo>
                  <a:pt x="25428" y="45451"/>
                  <a:pt x="27515" y="45313"/>
                  <a:pt x="28040" y="44110"/>
                </a:cubicBezTo>
                <a:cubicBezTo>
                  <a:pt x="28733" y="42546"/>
                  <a:pt x="27605" y="40662"/>
                  <a:pt x="26026" y="40662"/>
                </a:cubicBezTo>
                <a:cubicBezTo>
                  <a:pt x="25903" y="40662"/>
                  <a:pt x="25777" y="40673"/>
                  <a:pt x="25649" y="40697"/>
                </a:cubicBezTo>
                <a:cubicBezTo>
                  <a:pt x="25746" y="40406"/>
                  <a:pt x="25884" y="40117"/>
                  <a:pt x="25925" y="39813"/>
                </a:cubicBezTo>
                <a:cubicBezTo>
                  <a:pt x="25981" y="39481"/>
                  <a:pt x="25940" y="39149"/>
                  <a:pt x="25815" y="38831"/>
                </a:cubicBezTo>
                <a:cubicBezTo>
                  <a:pt x="25580" y="38154"/>
                  <a:pt x="24945" y="37698"/>
                  <a:pt x="24405" y="37270"/>
                </a:cubicBezTo>
                <a:cubicBezTo>
                  <a:pt x="23714" y="36703"/>
                  <a:pt x="22872" y="36399"/>
                  <a:pt x="22084" y="35984"/>
                </a:cubicBezTo>
                <a:cubicBezTo>
                  <a:pt x="20992" y="35404"/>
                  <a:pt x="20591" y="34589"/>
                  <a:pt x="21006" y="33414"/>
                </a:cubicBezTo>
                <a:cubicBezTo>
                  <a:pt x="21075" y="33262"/>
                  <a:pt x="20965" y="33110"/>
                  <a:pt x="20854" y="33054"/>
                </a:cubicBezTo>
                <a:cubicBezTo>
                  <a:pt x="19679" y="32529"/>
                  <a:pt x="19071" y="31162"/>
                  <a:pt x="18656" y="30029"/>
                </a:cubicBezTo>
                <a:cubicBezTo>
                  <a:pt x="18021" y="28328"/>
                  <a:pt x="17689" y="26518"/>
                  <a:pt x="17440" y="24722"/>
                </a:cubicBezTo>
                <a:cubicBezTo>
                  <a:pt x="17206" y="23008"/>
                  <a:pt x="17081" y="21267"/>
                  <a:pt x="17068" y="19526"/>
                </a:cubicBezTo>
                <a:cubicBezTo>
                  <a:pt x="17053" y="18654"/>
                  <a:pt x="16957" y="17536"/>
                  <a:pt x="17247" y="16679"/>
                </a:cubicBezTo>
                <a:cubicBezTo>
                  <a:pt x="17410" y="16690"/>
                  <a:pt x="17575" y="16698"/>
                  <a:pt x="17736" y="16698"/>
                </a:cubicBezTo>
                <a:cubicBezTo>
                  <a:pt x="18407" y="16698"/>
                  <a:pt x="19022" y="16549"/>
                  <a:pt x="19279" y="15780"/>
                </a:cubicBezTo>
                <a:cubicBezTo>
                  <a:pt x="19472" y="15186"/>
                  <a:pt x="19306" y="14674"/>
                  <a:pt x="18933" y="14343"/>
                </a:cubicBezTo>
                <a:cubicBezTo>
                  <a:pt x="18988" y="14315"/>
                  <a:pt x="19030" y="14302"/>
                  <a:pt x="19071" y="14274"/>
                </a:cubicBezTo>
                <a:cubicBezTo>
                  <a:pt x="19458" y="14011"/>
                  <a:pt x="19541" y="13458"/>
                  <a:pt x="19485" y="13030"/>
                </a:cubicBezTo>
                <a:cubicBezTo>
                  <a:pt x="19403" y="12229"/>
                  <a:pt x="18754" y="11717"/>
                  <a:pt x="18007" y="11593"/>
                </a:cubicBezTo>
                <a:cubicBezTo>
                  <a:pt x="18450" y="11081"/>
                  <a:pt x="18850" y="10543"/>
                  <a:pt x="19085" y="9893"/>
                </a:cubicBezTo>
                <a:cubicBezTo>
                  <a:pt x="19375" y="9078"/>
                  <a:pt x="19292" y="8069"/>
                  <a:pt x="19016" y="7267"/>
                </a:cubicBezTo>
                <a:cubicBezTo>
                  <a:pt x="18477" y="5719"/>
                  <a:pt x="16556" y="4545"/>
                  <a:pt x="14939" y="4476"/>
                </a:cubicBezTo>
                <a:cubicBezTo>
                  <a:pt x="14925" y="4199"/>
                  <a:pt x="14939" y="3923"/>
                  <a:pt x="14925" y="3646"/>
                </a:cubicBezTo>
                <a:cubicBezTo>
                  <a:pt x="15028" y="3644"/>
                  <a:pt x="15130" y="3643"/>
                  <a:pt x="15232" y="3643"/>
                </a:cubicBezTo>
                <a:cubicBezTo>
                  <a:pt x="15427" y="3643"/>
                  <a:pt x="15621" y="3646"/>
                  <a:pt x="15813" y="3646"/>
                </a:cubicBezTo>
                <a:cubicBezTo>
                  <a:pt x="15984" y="3646"/>
                  <a:pt x="16154" y="3643"/>
                  <a:pt x="16321" y="3633"/>
                </a:cubicBezTo>
                <a:cubicBezTo>
                  <a:pt x="16390" y="3633"/>
                  <a:pt x="16445" y="3605"/>
                  <a:pt x="16487" y="3578"/>
                </a:cubicBezTo>
                <a:lnTo>
                  <a:pt x="16500" y="3578"/>
                </a:lnTo>
                <a:lnTo>
                  <a:pt x="16515" y="3563"/>
                </a:lnTo>
                <a:cubicBezTo>
                  <a:pt x="16583" y="3508"/>
                  <a:pt x="16639" y="3425"/>
                  <a:pt x="16639" y="3315"/>
                </a:cubicBezTo>
                <a:cubicBezTo>
                  <a:pt x="16639" y="2859"/>
                  <a:pt x="16666" y="2403"/>
                  <a:pt x="16666" y="1933"/>
                </a:cubicBezTo>
                <a:cubicBezTo>
                  <a:pt x="16666" y="1837"/>
                  <a:pt x="16625" y="1754"/>
                  <a:pt x="16556" y="1698"/>
                </a:cubicBezTo>
                <a:cubicBezTo>
                  <a:pt x="16500" y="1656"/>
                  <a:pt x="16432" y="1629"/>
                  <a:pt x="16349" y="1629"/>
                </a:cubicBezTo>
                <a:cubicBezTo>
                  <a:pt x="15907" y="1629"/>
                  <a:pt x="15478" y="1629"/>
                  <a:pt x="15036" y="1643"/>
                </a:cubicBezTo>
                <a:cubicBezTo>
                  <a:pt x="15050" y="1201"/>
                  <a:pt x="15078" y="759"/>
                  <a:pt x="15078" y="330"/>
                </a:cubicBezTo>
                <a:cubicBezTo>
                  <a:pt x="15078" y="178"/>
                  <a:pt x="14980" y="81"/>
                  <a:pt x="14884" y="40"/>
                </a:cubicBezTo>
                <a:lnTo>
                  <a:pt x="14870" y="40"/>
                </a:lnTo>
                <a:cubicBezTo>
                  <a:pt x="14829" y="26"/>
                  <a:pt x="14787" y="12"/>
                  <a:pt x="14746" y="12"/>
                </a:cubicBezTo>
                <a:cubicBezTo>
                  <a:pt x="14672" y="3"/>
                  <a:pt x="14597" y="0"/>
                  <a:pt x="14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68"/>
          <p:cNvSpPr/>
          <p:nvPr/>
        </p:nvSpPr>
        <p:spPr>
          <a:xfrm>
            <a:off x="7454462" y="3863416"/>
            <a:ext cx="489543" cy="740092"/>
          </a:xfrm>
          <a:custGeom>
            <a:rect b="b" l="l" r="r" t="t"/>
            <a:pathLst>
              <a:path extrusionOk="0" h="40923" w="27069">
                <a:moveTo>
                  <a:pt x="13157" y="0"/>
                </a:moveTo>
                <a:cubicBezTo>
                  <a:pt x="12315" y="14"/>
                  <a:pt x="11458" y="345"/>
                  <a:pt x="11250" y="1230"/>
                </a:cubicBezTo>
                <a:cubicBezTo>
                  <a:pt x="11112" y="1824"/>
                  <a:pt x="11320" y="2390"/>
                  <a:pt x="11692" y="2847"/>
                </a:cubicBezTo>
                <a:cubicBezTo>
                  <a:pt x="10725" y="3109"/>
                  <a:pt x="10076" y="3925"/>
                  <a:pt x="9938" y="4961"/>
                </a:cubicBezTo>
                <a:cubicBezTo>
                  <a:pt x="9453" y="5016"/>
                  <a:pt x="8984" y="5016"/>
                  <a:pt x="8500" y="5031"/>
                </a:cubicBezTo>
                <a:lnTo>
                  <a:pt x="8458" y="5031"/>
                </a:lnTo>
                <a:cubicBezTo>
                  <a:pt x="8320" y="5058"/>
                  <a:pt x="8252" y="5141"/>
                  <a:pt x="8210" y="5252"/>
                </a:cubicBezTo>
                <a:cubicBezTo>
                  <a:pt x="8169" y="5362"/>
                  <a:pt x="8196" y="5500"/>
                  <a:pt x="8307" y="5597"/>
                </a:cubicBezTo>
                <a:cubicBezTo>
                  <a:pt x="8320" y="5611"/>
                  <a:pt x="8348" y="5624"/>
                  <a:pt x="8362" y="5624"/>
                </a:cubicBezTo>
                <a:cubicBezTo>
                  <a:pt x="9205" y="6109"/>
                  <a:pt x="9730" y="7408"/>
                  <a:pt x="9827" y="8388"/>
                </a:cubicBezTo>
                <a:cubicBezTo>
                  <a:pt x="9026" y="8430"/>
                  <a:pt x="8293" y="8955"/>
                  <a:pt x="8210" y="9812"/>
                </a:cubicBezTo>
                <a:cubicBezTo>
                  <a:pt x="8169" y="10227"/>
                  <a:pt x="8252" y="10752"/>
                  <a:pt x="8639" y="11001"/>
                </a:cubicBezTo>
                <a:cubicBezTo>
                  <a:pt x="8666" y="11014"/>
                  <a:pt x="8707" y="11028"/>
                  <a:pt x="8735" y="11042"/>
                </a:cubicBezTo>
                <a:cubicBezTo>
                  <a:pt x="8431" y="11373"/>
                  <a:pt x="8307" y="11871"/>
                  <a:pt x="8458" y="12423"/>
                </a:cubicBezTo>
                <a:cubicBezTo>
                  <a:pt x="8641" y="13130"/>
                  <a:pt x="9237" y="13281"/>
                  <a:pt x="9856" y="13281"/>
                </a:cubicBezTo>
                <a:cubicBezTo>
                  <a:pt x="10036" y="13281"/>
                  <a:pt x="10219" y="13268"/>
                  <a:pt x="10393" y="13253"/>
                </a:cubicBezTo>
                <a:cubicBezTo>
                  <a:pt x="10670" y="14041"/>
                  <a:pt x="10601" y="15036"/>
                  <a:pt x="10614" y="15823"/>
                </a:cubicBezTo>
                <a:cubicBezTo>
                  <a:pt x="10642" y="17468"/>
                  <a:pt x="10546" y="19099"/>
                  <a:pt x="10366" y="20730"/>
                </a:cubicBezTo>
                <a:cubicBezTo>
                  <a:pt x="10172" y="22443"/>
                  <a:pt x="9868" y="24170"/>
                  <a:pt x="9330" y="25801"/>
                </a:cubicBezTo>
                <a:cubicBezTo>
                  <a:pt x="8956" y="26921"/>
                  <a:pt x="8390" y="28303"/>
                  <a:pt x="7257" y="28828"/>
                </a:cubicBezTo>
                <a:cubicBezTo>
                  <a:pt x="7146" y="28869"/>
                  <a:pt x="7021" y="29035"/>
                  <a:pt x="7104" y="29187"/>
                </a:cubicBezTo>
                <a:cubicBezTo>
                  <a:pt x="7491" y="30237"/>
                  <a:pt x="7201" y="30969"/>
                  <a:pt x="6247" y="31550"/>
                </a:cubicBezTo>
                <a:cubicBezTo>
                  <a:pt x="5488" y="32020"/>
                  <a:pt x="4631" y="32310"/>
                  <a:pt x="3940" y="32891"/>
                </a:cubicBezTo>
                <a:cubicBezTo>
                  <a:pt x="3443" y="33291"/>
                  <a:pt x="2875" y="33733"/>
                  <a:pt x="2641" y="34356"/>
                </a:cubicBezTo>
                <a:cubicBezTo>
                  <a:pt x="2530" y="34660"/>
                  <a:pt x="2475" y="34991"/>
                  <a:pt x="2530" y="35323"/>
                </a:cubicBezTo>
                <a:cubicBezTo>
                  <a:pt x="2586" y="35613"/>
                  <a:pt x="2710" y="35876"/>
                  <a:pt x="2807" y="36152"/>
                </a:cubicBezTo>
                <a:cubicBezTo>
                  <a:pt x="2697" y="36134"/>
                  <a:pt x="2590" y="36125"/>
                  <a:pt x="2486" y="36125"/>
                </a:cubicBezTo>
                <a:cubicBezTo>
                  <a:pt x="988" y="36125"/>
                  <a:pt x="1" y="37900"/>
                  <a:pt x="581" y="39386"/>
                </a:cubicBezTo>
                <a:cubicBezTo>
                  <a:pt x="1038" y="40575"/>
                  <a:pt x="3028" y="40671"/>
                  <a:pt x="4078" y="40781"/>
                </a:cubicBezTo>
                <a:cubicBezTo>
                  <a:pt x="5119" y="40883"/>
                  <a:pt x="7337" y="40923"/>
                  <a:pt x="9905" y="40923"/>
                </a:cubicBezTo>
                <a:cubicBezTo>
                  <a:pt x="15043" y="40923"/>
                  <a:pt x="21587" y="40763"/>
                  <a:pt x="22941" y="40615"/>
                </a:cubicBezTo>
                <a:cubicBezTo>
                  <a:pt x="23978" y="40505"/>
                  <a:pt x="25885" y="40353"/>
                  <a:pt x="26396" y="39233"/>
                </a:cubicBezTo>
                <a:cubicBezTo>
                  <a:pt x="27068" y="37734"/>
                  <a:pt x="25975" y="35932"/>
                  <a:pt x="24451" y="35932"/>
                </a:cubicBezTo>
                <a:cubicBezTo>
                  <a:pt x="24346" y="35932"/>
                  <a:pt x="24239" y="35941"/>
                  <a:pt x="24130" y="35959"/>
                </a:cubicBezTo>
                <a:cubicBezTo>
                  <a:pt x="24213" y="35751"/>
                  <a:pt x="24310" y="35544"/>
                  <a:pt x="24365" y="35323"/>
                </a:cubicBezTo>
                <a:cubicBezTo>
                  <a:pt x="24448" y="34991"/>
                  <a:pt x="24421" y="34632"/>
                  <a:pt x="24323" y="34314"/>
                </a:cubicBezTo>
                <a:cubicBezTo>
                  <a:pt x="24130" y="33623"/>
                  <a:pt x="23466" y="33140"/>
                  <a:pt x="22941" y="32725"/>
                </a:cubicBezTo>
                <a:cubicBezTo>
                  <a:pt x="22292" y="32200"/>
                  <a:pt x="21518" y="31909"/>
                  <a:pt x="20785" y="31522"/>
                </a:cubicBezTo>
                <a:cubicBezTo>
                  <a:pt x="19735" y="30984"/>
                  <a:pt x="19321" y="30210"/>
                  <a:pt x="19722" y="29077"/>
                </a:cubicBezTo>
                <a:cubicBezTo>
                  <a:pt x="19735" y="29035"/>
                  <a:pt x="19735" y="28994"/>
                  <a:pt x="19735" y="28952"/>
                </a:cubicBezTo>
                <a:lnTo>
                  <a:pt x="19735" y="28924"/>
                </a:lnTo>
                <a:cubicBezTo>
                  <a:pt x="19722" y="28841"/>
                  <a:pt x="19680" y="28773"/>
                  <a:pt x="19569" y="28717"/>
                </a:cubicBezTo>
                <a:cubicBezTo>
                  <a:pt x="18451" y="28220"/>
                  <a:pt x="17883" y="26921"/>
                  <a:pt x="17483" y="25843"/>
                </a:cubicBezTo>
                <a:cubicBezTo>
                  <a:pt x="16875" y="24240"/>
                  <a:pt x="16557" y="22512"/>
                  <a:pt x="16336" y="20813"/>
                </a:cubicBezTo>
                <a:cubicBezTo>
                  <a:pt x="16114" y="19182"/>
                  <a:pt x="15991" y="17537"/>
                  <a:pt x="15976" y="15893"/>
                </a:cubicBezTo>
                <a:cubicBezTo>
                  <a:pt x="15963" y="15064"/>
                  <a:pt x="15880" y="14013"/>
                  <a:pt x="16142" y="13212"/>
                </a:cubicBezTo>
                <a:cubicBezTo>
                  <a:pt x="16282" y="13219"/>
                  <a:pt x="16423" y="13225"/>
                  <a:pt x="16562" y="13225"/>
                </a:cubicBezTo>
                <a:cubicBezTo>
                  <a:pt x="17217" y="13225"/>
                  <a:pt x="17826" y="13093"/>
                  <a:pt x="18077" y="12341"/>
                </a:cubicBezTo>
                <a:cubicBezTo>
                  <a:pt x="18257" y="11788"/>
                  <a:pt x="18104" y="11290"/>
                  <a:pt x="17773" y="10973"/>
                </a:cubicBezTo>
                <a:cubicBezTo>
                  <a:pt x="17800" y="10945"/>
                  <a:pt x="17828" y="10931"/>
                  <a:pt x="17870" y="10918"/>
                </a:cubicBezTo>
                <a:cubicBezTo>
                  <a:pt x="18243" y="10669"/>
                  <a:pt x="18326" y="10144"/>
                  <a:pt x="18270" y="9729"/>
                </a:cubicBezTo>
                <a:cubicBezTo>
                  <a:pt x="18174" y="8872"/>
                  <a:pt x="17428" y="8361"/>
                  <a:pt x="16640" y="8333"/>
                </a:cubicBezTo>
                <a:cubicBezTo>
                  <a:pt x="16709" y="7338"/>
                  <a:pt x="17220" y="6039"/>
                  <a:pt x="18049" y="5541"/>
                </a:cubicBezTo>
                <a:cubicBezTo>
                  <a:pt x="18077" y="5528"/>
                  <a:pt x="18091" y="5514"/>
                  <a:pt x="18104" y="5500"/>
                </a:cubicBezTo>
                <a:cubicBezTo>
                  <a:pt x="18215" y="5418"/>
                  <a:pt x="18243" y="5279"/>
                  <a:pt x="18187" y="5154"/>
                </a:cubicBezTo>
                <a:cubicBezTo>
                  <a:pt x="18160" y="5058"/>
                  <a:pt x="18077" y="4961"/>
                  <a:pt x="17939" y="4948"/>
                </a:cubicBezTo>
                <a:lnTo>
                  <a:pt x="17898" y="4948"/>
                </a:lnTo>
                <a:cubicBezTo>
                  <a:pt x="17413" y="4948"/>
                  <a:pt x="16944" y="4948"/>
                  <a:pt x="16460" y="4906"/>
                </a:cubicBezTo>
                <a:cubicBezTo>
                  <a:pt x="16308" y="3883"/>
                  <a:pt x="15645" y="3068"/>
                  <a:pt x="14677" y="2819"/>
                </a:cubicBezTo>
                <a:cubicBezTo>
                  <a:pt x="15023" y="2363"/>
                  <a:pt x="15189" y="1810"/>
                  <a:pt x="15079" y="1189"/>
                </a:cubicBezTo>
                <a:cubicBezTo>
                  <a:pt x="14926" y="304"/>
                  <a:pt x="14001" y="0"/>
                  <a:pt x="131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68"/>
          <p:cNvSpPr/>
          <p:nvPr/>
        </p:nvSpPr>
        <p:spPr>
          <a:xfrm>
            <a:off x="6476887" y="3929727"/>
            <a:ext cx="447441" cy="673775"/>
          </a:xfrm>
          <a:custGeom>
            <a:rect b="b" l="l" r="r" t="t"/>
            <a:pathLst>
              <a:path extrusionOk="0" h="37256" w="24741">
                <a:moveTo>
                  <a:pt x="11935" y="0"/>
                </a:moveTo>
                <a:cubicBezTo>
                  <a:pt x="11836" y="0"/>
                  <a:pt x="11740" y="35"/>
                  <a:pt x="11677" y="104"/>
                </a:cubicBezTo>
                <a:cubicBezTo>
                  <a:pt x="10074" y="1651"/>
                  <a:pt x="8278" y="3172"/>
                  <a:pt x="7670" y="5396"/>
                </a:cubicBezTo>
                <a:cubicBezTo>
                  <a:pt x="7366" y="6529"/>
                  <a:pt x="7559" y="7704"/>
                  <a:pt x="8071" y="8727"/>
                </a:cubicBezTo>
                <a:cubicBezTo>
                  <a:pt x="8292" y="9183"/>
                  <a:pt x="8609" y="9556"/>
                  <a:pt x="8969" y="9916"/>
                </a:cubicBezTo>
                <a:cubicBezTo>
                  <a:pt x="9328" y="10247"/>
                  <a:pt x="9757" y="10579"/>
                  <a:pt x="9702" y="11062"/>
                </a:cubicBezTo>
                <a:cubicBezTo>
                  <a:pt x="8278" y="11145"/>
                  <a:pt x="7159" y="11961"/>
                  <a:pt x="6896" y="13439"/>
                </a:cubicBezTo>
                <a:cubicBezTo>
                  <a:pt x="6606" y="15042"/>
                  <a:pt x="7780" y="16700"/>
                  <a:pt x="9425" y="16825"/>
                </a:cubicBezTo>
                <a:cubicBezTo>
                  <a:pt x="10157" y="18152"/>
                  <a:pt x="9646" y="20128"/>
                  <a:pt x="9245" y="21469"/>
                </a:cubicBezTo>
                <a:cubicBezTo>
                  <a:pt x="8817" y="22892"/>
                  <a:pt x="8071" y="24826"/>
                  <a:pt x="6647" y="25532"/>
                </a:cubicBezTo>
                <a:cubicBezTo>
                  <a:pt x="6426" y="25642"/>
                  <a:pt x="6536" y="25891"/>
                  <a:pt x="6619" y="26029"/>
                </a:cubicBezTo>
                <a:cubicBezTo>
                  <a:pt x="6938" y="27010"/>
                  <a:pt x="6619" y="27673"/>
                  <a:pt x="5722" y="28213"/>
                </a:cubicBezTo>
                <a:cubicBezTo>
                  <a:pt x="4989" y="28655"/>
                  <a:pt x="4187" y="28931"/>
                  <a:pt x="3524" y="29484"/>
                </a:cubicBezTo>
                <a:cubicBezTo>
                  <a:pt x="3068" y="29871"/>
                  <a:pt x="2543" y="30271"/>
                  <a:pt x="2308" y="30838"/>
                </a:cubicBezTo>
                <a:cubicBezTo>
                  <a:pt x="2184" y="31142"/>
                  <a:pt x="2142" y="31419"/>
                  <a:pt x="2169" y="31736"/>
                </a:cubicBezTo>
                <a:cubicBezTo>
                  <a:pt x="2184" y="32055"/>
                  <a:pt x="2322" y="32331"/>
                  <a:pt x="2433" y="32621"/>
                </a:cubicBezTo>
                <a:cubicBezTo>
                  <a:pt x="2360" y="32612"/>
                  <a:pt x="2287" y="32608"/>
                  <a:pt x="2214" y="32608"/>
                </a:cubicBezTo>
                <a:cubicBezTo>
                  <a:pt x="1718" y="32608"/>
                  <a:pt x="1225" y="32805"/>
                  <a:pt x="815" y="33118"/>
                </a:cubicBezTo>
                <a:cubicBezTo>
                  <a:pt x="69" y="33713"/>
                  <a:pt x="0" y="34846"/>
                  <a:pt x="277" y="35703"/>
                </a:cubicBezTo>
                <a:cubicBezTo>
                  <a:pt x="636" y="36849"/>
                  <a:pt x="2584" y="36974"/>
                  <a:pt x="3551" y="37085"/>
                </a:cubicBezTo>
                <a:cubicBezTo>
                  <a:pt x="4694" y="37204"/>
                  <a:pt x="7155" y="37255"/>
                  <a:pt x="9899" y="37255"/>
                </a:cubicBezTo>
                <a:cubicBezTo>
                  <a:pt x="14160" y="37255"/>
                  <a:pt x="19105" y="37132"/>
                  <a:pt x="20853" y="36947"/>
                </a:cubicBezTo>
                <a:cubicBezTo>
                  <a:pt x="21863" y="36836"/>
                  <a:pt x="23770" y="36684"/>
                  <a:pt x="24198" y="35537"/>
                </a:cubicBezTo>
                <a:cubicBezTo>
                  <a:pt x="24740" y="34103"/>
                  <a:pt x="23750" y="32416"/>
                  <a:pt x="22310" y="32416"/>
                </a:cubicBezTo>
                <a:cubicBezTo>
                  <a:pt x="22209" y="32416"/>
                  <a:pt x="22106" y="32424"/>
                  <a:pt x="22001" y="32441"/>
                </a:cubicBezTo>
                <a:cubicBezTo>
                  <a:pt x="22097" y="32178"/>
                  <a:pt x="22208" y="31930"/>
                  <a:pt x="22250" y="31653"/>
                </a:cubicBezTo>
                <a:cubicBezTo>
                  <a:pt x="22291" y="31364"/>
                  <a:pt x="22250" y="31087"/>
                  <a:pt x="22167" y="30824"/>
                </a:cubicBezTo>
                <a:cubicBezTo>
                  <a:pt x="21973" y="30175"/>
                  <a:pt x="21365" y="29733"/>
                  <a:pt x="20868" y="29332"/>
                </a:cubicBezTo>
                <a:cubicBezTo>
                  <a:pt x="20245" y="28848"/>
                  <a:pt x="19527" y="28558"/>
                  <a:pt x="18822" y="28198"/>
                </a:cubicBezTo>
                <a:cubicBezTo>
                  <a:pt x="17827" y="27701"/>
                  <a:pt x="17385" y="26997"/>
                  <a:pt x="17717" y="25932"/>
                </a:cubicBezTo>
                <a:cubicBezTo>
                  <a:pt x="17800" y="25711"/>
                  <a:pt x="17896" y="25545"/>
                  <a:pt x="17662" y="25434"/>
                </a:cubicBezTo>
                <a:cubicBezTo>
                  <a:pt x="16224" y="24758"/>
                  <a:pt x="15478" y="22836"/>
                  <a:pt x="15008" y="21427"/>
                </a:cubicBezTo>
                <a:cubicBezTo>
                  <a:pt x="14566" y="20100"/>
                  <a:pt x="14041" y="18110"/>
                  <a:pt x="14745" y="16770"/>
                </a:cubicBezTo>
                <a:cubicBezTo>
                  <a:pt x="16321" y="16632"/>
                  <a:pt x="17468" y="15056"/>
                  <a:pt x="17233" y="13494"/>
                </a:cubicBezTo>
                <a:cubicBezTo>
                  <a:pt x="16998" y="11947"/>
                  <a:pt x="15851" y="11076"/>
                  <a:pt x="14358" y="11021"/>
                </a:cubicBezTo>
                <a:cubicBezTo>
                  <a:pt x="14303" y="10592"/>
                  <a:pt x="14635" y="10288"/>
                  <a:pt x="14966" y="9971"/>
                </a:cubicBezTo>
                <a:cubicBezTo>
                  <a:pt x="15312" y="9625"/>
                  <a:pt x="15602" y="9280"/>
                  <a:pt x="15865" y="8851"/>
                </a:cubicBezTo>
                <a:cubicBezTo>
                  <a:pt x="16445" y="7843"/>
                  <a:pt x="16569" y="6667"/>
                  <a:pt x="16348" y="5534"/>
                </a:cubicBezTo>
                <a:cubicBezTo>
                  <a:pt x="15906" y="3227"/>
                  <a:pt x="13820" y="1609"/>
                  <a:pt x="12202" y="104"/>
                </a:cubicBezTo>
                <a:cubicBezTo>
                  <a:pt x="12133" y="35"/>
                  <a:pt x="12033" y="0"/>
                  <a:pt x="119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68"/>
          <p:cNvSpPr/>
          <p:nvPr/>
        </p:nvSpPr>
        <p:spPr>
          <a:xfrm>
            <a:off x="5915106" y="3251042"/>
            <a:ext cx="475599" cy="612430"/>
          </a:xfrm>
          <a:custGeom>
            <a:rect b="b" l="l" r="r" t="t"/>
            <a:pathLst>
              <a:path extrusionOk="0" h="33864" w="26298">
                <a:moveTo>
                  <a:pt x="6621" y="0"/>
                </a:moveTo>
                <a:cubicBezTo>
                  <a:pt x="6548" y="0"/>
                  <a:pt x="6468" y="31"/>
                  <a:pt x="6398" y="101"/>
                </a:cubicBezTo>
                <a:cubicBezTo>
                  <a:pt x="5445" y="1151"/>
                  <a:pt x="6495" y="2035"/>
                  <a:pt x="6840" y="3058"/>
                </a:cubicBezTo>
                <a:cubicBezTo>
                  <a:pt x="4754" y="3983"/>
                  <a:pt x="3164" y="5822"/>
                  <a:pt x="1976" y="7715"/>
                </a:cubicBezTo>
                <a:cubicBezTo>
                  <a:pt x="1244" y="8890"/>
                  <a:pt x="608" y="10189"/>
                  <a:pt x="345" y="11571"/>
                </a:cubicBezTo>
                <a:cubicBezTo>
                  <a:pt x="0" y="13367"/>
                  <a:pt x="262" y="15219"/>
                  <a:pt x="566" y="17001"/>
                </a:cubicBezTo>
                <a:cubicBezTo>
                  <a:pt x="857" y="18646"/>
                  <a:pt x="1520" y="20042"/>
                  <a:pt x="2252" y="21521"/>
                </a:cubicBezTo>
                <a:cubicBezTo>
                  <a:pt x="2694" y="22391"/>
                  <a:pt x="2985" y="23262"/>
                  <a:pt x="3219" y="24202"/>
                </a:cubicBezTo>
                <a:cubicBezTo>
                  <a:pt x="3496" y="25265"/>
                  <a:pt x="3731" y="26343"/>
                  <a:pt x="3925" y="27421"/>
                </a:cubicBezTo>
                <a:cubicBezTo>
                  <a:pt x="4021" y="27988"/>
                  <a:pt x="4242" y="28762"/>
                  <a:pt x="4187" y="29398"/>
                </a:cubicBezTo>
                <a:cubicBezTo>
                  <a:pt x="4047" y="29367"/>
                  <a:pt x="3911" y="29353"/>
                  <a:pt x="3779" y="29353"/>
                </a:cubicBezTo>
                <a:cubicBezTo>
                  <a:pt x="2364" y="29353"/>
                  <a:pt x="1406" y="31020"/>
                  <a:pt x="1962" y="32411"/>
                </a:cubicBezTo>
                <a:cubicBezTo>
                  <a:pt x="2405" y="33502"/>
                  <a:pt x="4201" y="33599"/>
                  <a:pt x="5169" y="33695"/>
                </a:cubicBezTo>
                <a:cubicBezTo>
                  <a:pt x="6328" y="33811"/>
                  <a:pt x="8861" y="33863"/>
                  <a:pt x="11674" y="33863"/>
                </a:cubicBezTo>
                <a:cubicBezTo>
                  <a:pt x="15933" y="33863"/>
                  <a:pt x="20833" y="33744"/>
                  <a:pt x="22581" y="33544"/>
                </a:cubicBezTo>
                <a:cubicBezTo>
                  <a:pt x="23548" y="33433"/>
                  <a:pt x="25345" y="33295"/>
                  <a:pt x="25760" y="32203"/>
                </a:cubicBezTo>
                <a:cubicBezTo>
                  <a:pt x="26298" y="30819"/>
                  <a:pt x="25327" y="29187"/>
                  <a:pt x="23939" y="29187"/>
                </a:cubicBezTo>
                <a:cubicBezTo>
                  <a:pt x="23829" y="29187"/>
                  <a:pt x="23718" y="29197"/>
                  <a:pt x="23604" y="29218"/>
                </a:cubicBezTo>
                <a:cubicBezTo>
                  <a:pt x="23811" y="26026"/>
                  <a:pt x="21765" y="23621"/>
                  <a:pt x="19403" y="21700"/>
                </a:cubicBezTo>
                <a:cubicBezTo>
                  <a:pt x="18048" y="20594"/>
                  <a:pt x="16528" y="19682"/>
                  <a:pt x="15395" y="18328"/>
                </a:cubicBezTo>
                <a:cubicBezTo>
                  <a:pt x="14800" y="17596"/>
                  <a:pt x="14386" y="16753"/>
                  <a:pt x="13943" y="15938"/>
                </a:cubicBezTo>
                <a:cubicBezTo>
                  <a:pt x="13571" y="15247"/>
                  <a:pt x="13114" y="14514"/>
                  <a:pt x="13031" y="13727"/>
                </a:cubicBezTo>
                <a:lnTo>
                  <a:pt x="13031" y="13727"/>
                </a:lnTo>
                <a:cubicBezTo>
                  <a:pt x="13318" y="13782"/>
                  <a:pt x="13612" y="13806"/>
                  <a:pt x="13909" y="13806"/>
                </a:cubicBezTo>
                <a:cubicBezTo>
                  <a:pt x="14712" y="13806"/>
                  <a:pt x="15536" y="13632"/>
                  <a:pt x="16293" y="13450"/>
                </a:cubicBezTo>
                <a:cubicBezTo>
                  <a:pt x="16556" y="13712"/>
                  <a:pt x="16790" y="14016"/>
                  <a:pt x="17067" y="14279"/>
                </a:cubicBezTo>
                <a:cubicBezTo>
                  <a:pt x="17454" y="14639"/>
                  <a:pt x="17868" y="14970"/>
                  <a:pt x="18310" y="15288"/>
                </a:cubicBezTo>
                <a:cubicBezTo>
                  <a:pt x="18764" y="15620"/>
                  <a:pt x="19231" y="15843"/>
                  <a:pt x="19746" y="15843"/>
                </a:cubicBezTo>
                <a:cubicBezTo>
                  <a:pt x="19938" y="15843"/>
                  <a:pt x="20136" y="15812"/>
                  <a:pt x="20342" y="15744"/>
                </a:cubicBezTo>
                <a:cubicBezTo>
                  <a:pt x="21544" y="15385"/>
                  <a:pt x="22471" y="14058"/>
                  <a:pt x="23023" y="13008"/>
                </a:cubicBezTo>
                <a:cubicBezTo>
                  <a:pt x="23037" y="12980"/>
                  <a:pt x="23037" y="12966"/>
                  <a:pt x="23051" y="12938"/>
                </a:cubicBezTo>
                <a:cubicBezTo>
                  <a:pt x="23355" y="11833"/>
                  <a:pt x="22443" y="10935"/>
                  <a:pt x="21710" y="10257"/>
                </a:cubicBezTo>
                <a:cubicBezTo>
                  <a:pt x="20536" y="9194"/>
                  <a:pt x="19333" y="8171"/>
                  <a:pt x="18172" y="7121"/>
                </a:cubicBezTo>
                <a:cubicBezTo>
                  <a:pt x="17094" y="6126"/>
                  <a:pt x="16031" y="5089"/>
                  <a:pt x="14842" y="4204"/>
                </a:cubicBezTo>
                <a:cubicBezTo>
                  <a:pt x="13986" y="3571"/>
                  <a:pt x="12991" y="3077"/>
                  <a:pt x="11940" y="3077"/>
                </a:cubicBezTo>
                <a:cubicBezTo>
                  <a:pt x="11753" y="3077"/>
                  <a:pt x="11564" y="3093"/>
                  <a:pt x="11373" y="3126"/>
                </a:cubicBezTo>
                <a:cubicBezTo>
                  <a:pt x="10005" y="1869"/>
                  <a:pt x="8664" y="73"/>
                  <a:pt x="6661" y="3"/>
                </a:cubicBezTo>
                <a:cubicBezTo>
                  <a:pt x="6648" y="1"/>
                  <a:pt x="6635" y="0"/>
                  <a:pt x="6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68"/>
          <p:cNvSpPr/>
          <p:nvPr/>
        </p:nvSpPr>
        <p:spPr>
          <a:xfrm>
            <a:off x="5014675" y="3309036"/>
            <a:ext cx="425847" cy="554432"/>
          </a:xfrm>
          <a:custGeom>
            <a:rect b="b" l="l" r="r" t="t"/>
            <a:pathLst>
              <a:path extrusionOk="0" h="30657" w="23547">
                <a:moveTo>
                  <a:pt x="18733" y="1"/>
                </a:moveTo>
                <a:cubicBezTo>
                  <a:pt x="18150" y="1"/>
                  <a:pt x="17566" y="18"/>
                  <a:pt x="16986" y="25"/>
                </a:cubicBezTo>
                <a:cubicBezTo>
                  <a:pt x="16875" y="25"/>
                  <a:pt x="16654" y="81"/>
                  <a:pt x="16584" y="343"/>
                </a:cubicBezTo>
                <a:cubicBezTo>
                  <a:pt x="16446" y="1006"/>
                  <a:pt x="16295" y="1669"/>
                  <a:pt x="16197" y="2347"/>
                </a:cubicBezTo>
                <a:cubicBezTo>
                  <a:pt x="15949" y="2347"/>
                  <a:pt x="15687" y="2347"/>
                  <a:pt x="15438" y="2319"/>
                </a:cubicBezTo>
                <a:cubicBezTo>
                  <a:pt x="15493" y="1711"/>
                  <a:pt x="15548" y="1103"/>
                  <a:pt x="15687" y="495"/>
                </a:cubicBezTo>
                <a:cubicBezTo>
                  <a:pt x="15714" y="370"/>
                  <a:pt x="15687" y="274"/>
                  <a:pt x="15617" y="204"/>
                </a:cubicBezTo>
                <a:cubicBezTo>
                  <a:pt x="15562" y="149"/>
                  <a:pt x="15493" y="94"/>
                  <a:pt x="15383" y="94"/>
                </a:cubicBezTo>
                <a:cubicBezTo>
                  <a:pt x="15201" y="87"/>
                  <a:pt x="15018" y="84"/>
                  <a:pt x="14835" y="84"/>
                </a:cubicBezTo>
                <a:cubicBezTo>
                  <a:pt x="14289" y="84"/>
                  <a:pt x="13739" y="108"/>
                  <a:pt x="13191" y="108"/>
                </a:cubicBezTo>
                <a:cubicBezTo>
                  <a:pt x="12838" y="108"/>
                  <a:pt x="12486" y="98"/>
                  <a:pt x="12134" y="66"/>
                </a:cubicBezTo>
                <a:cubicBezTo>
                  <a:pt x="12122" y="65"/>
                  <a:pt x="12110" y="65"/>
                  <a:pt x="12098" y="65"/>
                </a:cubicBezTo>
                <a:cubicBezTo>
                  <a:pt x="11967" y="65"/>
                  <a:pt x="11883" y="131"/>
                  <a:pt x="11858" y="232"/>
                </a:cubicBezTo>
                <a:cubicBezTo>
                  <a:pt x="11830" y="274"/>
                  <a:pt x="11817" y="329"/>
                  <a:pt x="11817" y="385"/>
                </a:cubicBezTo>
                <a:cubicBezTo>
                  <a:pt x="11830" y="1034"/>
                  <a:pt x="11913" y="1725"/>
                  <a:pt x="11789" y="2375"/>
                </a:cubicBezTo>
                <a:cubicBezTo>
                  <a:pt x="11747" y="2375"/>
                  <a:pt x="11043" y="2388"/>
                  <a:pt x="11029" y="2388"/>
                </a:cubicBezTo>
                <a:cubicBezTo>
                  <a:pt x="10905" y="1739"/>
                  <a:pt x="10974" y="1048"/>
                  <a:pt x="10974" y="385"/>
                </a:cubicBezTo>
                <a:cubicBezTo>
                  <a:pt x="10974" y="334"/>
                  <a:pt x="10986" y="74"/>
                  <a:pt x="10721" y="74"/>
                </a:cubicBezTo>
                <a:cubicBezTo>
                  <a:pt x="10697" y="74"/>
                  <a:pt x="10671" y="76"/>
                  <a:pt x="10642" y="81"/>
                </a:cubicBezTo>
                <a:cubicBezTo>
                  <a:pt x="10103" y="136"/>
                  <a:pt x="9564" y="143"/>
                  <a:pt x="9025" y="143"/>
                </a:cubicBezTo>
                <a:cubicBezTo>
                  <a:pt x="8845" y="143"/>
                  <a:pt x="8666" y="142"/>
                  <a:pt x="8486" y="142"/>
                </a:cubicBezTo>
                <a:cubicBezTo>
                  <a:pt x="8127" y="142"/>
                  <a:pt x="7767" y="145"/>
                  <a:pt x="7408" y="164"/>
                </a:cubicBezTo>
                <a:cubicBezTo>
                  <a:pt x="7021" y="164"/>
                  <a:pt x="7076" y="453"/>
                  <a:pt x="7104" y="564"/>
                </a:cubicBezTo>
                <a:cubicBezTo>
                  <a:pt x="7257" y="1172"/>
                  <a:pt x="7325" y="1780"/>
                  <a:pt x="7395" y="2388"/>
                </a:cubicBezTo>
                <a:cubicBezTo>
                  <a:pt x="7132" y="2416"/>
                  <a:pt x="6883" y="2430"/>
                  <a:pt x="6621" y="2430"/>
                </a:cubicBezTo>
                <a:cubicBezTo>
                  <a:pt x="6524" y="1752"/>
                  <a:pt x="6358" y="1103"/>
                  <a:pt x="6206" y="440"/>
                </a:cubicBezTo>
                <a:cubicBezTo>
                  <a:pt x="6180" y="345"/>
                  <a:pt x="6126" y="121"/>
                  <a:pt x="5831" y="121"/>
                </a:cubicBezTo>
                <a:cubicBezTo>
                  <a:pt x="5822" y="121"/>
                  <a:pt x="5814" y="121"/>
                  <a:pt x="5805" y="122"/>
                </a:cubicBezTo>
                <a:cubicBezTo>
                  <a:pt x="5493" y="122"/>
                  <a:pt x="5181" y="120"/>
                  <a:pt x="4871" y="120"/>
                </a:cubicBezTo>
                <a:cubicBezTo>
                  <a:pt x="4014" y="120"/>
                  <a:pt x="3161" y="135"/>
                  <a:pt x="2309" y="246"/>
                </a:cubicBezTo>
                <a:cubicBezTo>
                  <a:pt x="1936" y="302"/>
                  <a:pt x="1950" y="647"/>
                  <a:pt x="2116" y="827"/>
                </a:cubicBezTo>
                <a:cubicBezTo>
                  <a:pt x="2931" y="1973"/>
                  <a:pt x="3124" y="3646"/>
                  <a:pt x="3318" y="4986"/>
                </a:cubicBezTo>
                <a:cubicBezTo>
                  <a:pt x="3470" y="6119"/>
                  <a:pt x="3511" y="7280"/>
                  <a:pt x="3677" y="8413"/>
                </a:cubicBezTo>
                <a:cubicBezTo>
                  <a:pt x="3705" y="8552"/>
                  <a:pt x="3857" y="8634"/>
                  <a:pt x="3995" y="8649"/>
                </a:cubicBezTo>
                <a:cubicBezTo>
                  <a:pt x="4467" y="8679"/>
                  <a:pt x="4940" y="8689"/>
                  <a:pt x="5414" y="8689"/>
                </a:cubicBezTo>
                <a:cubicBezTo>
                  <a:pt x="5800" y="8689"/>
                  <a:pt x="6188" y="8682"/>
                  <a:pt x="6579" y="8676"/>
                </a:cubicBezTo>
                <a:cubicBezTo>
                  <a:pt x="6966" y="9104"/>
                  <a:pt x="7076" y="9851"/>
                  <a:pt x="7201" y="10390"/>
                </a:cubicBezTo>
                <a:cubicBezTo>
                  <a:pt x="7270" y="10722"/>
                  <a:pt x="7340" y="11039"/>
                  <a:pt x="7353" y="11385"/>
                </a:cubicBezTo>
                <a:cubicBezTo>
                  <a:pt x="7436" y="12393"/>
                  <a:pt x="7436" y="13430"/>
                  <a:pt x="7423" y="14453"/>
                </a:cubicBezTo>
                <a:cubicBezTo>
                  <a:pt x="7408" y="15572"/>
                  <a:pt x="7367" y="16705"/>
                  <a:pt x="7242" y="17825"/>
                </a:cubicBezTo>
                <a:cubicBezTo>
                  <a:pt x="7201" y="18225"/>
                  <a:pt x="7132" y="18627"/>
                  <a:pt x="7008" y="19013"/>
                </a:cubicBezTo>
                <a:cubicBezTo>
                  <a:pt x="6883" y="19400"/>
                  <a:pt x="6358" y="20036"/>
                  <a:pt x="5985" y="20174"/>
                </a:cubicBezTo>
                <a:cubicBezTo>
                  <a:pt x="5722" y="20257"/>
                  <a:pt x="5764" y="20534"/>
                  <a:pt x="5875" y="20727"/>
                </a:cubicBezTo>
                <a:cubicBezTo>
                  <a:pt x="6137" y="21584"/>
                  <a:pt x="5819" y="22137"/>
                  <a:pt x="5031" y="22607"/>
                </a:cubicBezTo>
                <a:cubicBezTo>
                  <a:pt x="4395" y="22979"/>
                  <a:pt x="3691" y="23228"/>
                  <a:pt x="3111" y="23712"/>
                </a:cubicBezTo>
                <a:cubicBezTo>
                  <a:pt x="2696" y="24057"/>
                  <a:pt x="2212" y="24431"/>
                  <a:pt x="2019" y="24969"/>
                </a:cubicBezTo>
                <a:cubicBezTo>
                  <a:pt x="1936" y="25232"/>
                  <a:pt x="1880" y="25509"/>
                  <a:pt x="1936" y="25785"/>
                </a:cubicBezTo>
                <a:cubicBezTo>
                  <a:pt x="1963" y="26019"/>
                  <a:pt x="2061" y="26241"/>
                  <a:pt x="2143" y="26462"/>
                </a:cubicBezTo>
                <a:cubicBezTo>
                  <a:pt x="2097" y="26458"/>
                  <a:pt x="2050" y="26456"/>
                  <a:pt x="2003" y="26456"/>
                </a:cubicBezTo>
                <a:cubicBezTo>
                  <a:pt x="1553" y="26456"/>
                  <a:pt x="1109" y="26631"/>
                  <a:pt x="734" y="26932"/>
                </a:cubicBezTo>
                <a:cubicBezTo>
                  <a:pt x="56" y="27457"/>
                  <a:pt x="1" y="28479"/>
                  <a:pt x="250" y="29240"/>
                </a:cubicBezTo>
                <a:cubicBezTo>
                  <a:pt x="581" y="30276"/>
                  <a:pt x="2282" y="30386"/>
                  <a:pt x="3152" y="30484"/>
                </a:cubicBezTo>
                <a:cubicBezTo>
                  <a:pt x="4275" y="30604"/>
                  <a:pt x="6719" y="30657"/>
                  <a:pt x="9441" y="30657"/>
                </a:cubicBezTo>
                <a:cubicBezTo>
                  <a:pt x="13614" y="30657"/>
                  <a:pt x="18441" y="30532"/>
                  <a:pt x="20164" y="30331"/>
                </a:cubicBezTo>
                <a:cubicBezTo>
                  <a:pt x="21104" y="30221"/>
                  <a:pt x="22637" y="30069"/>
                  <a:pt x="23039" y="29046"/>
                </a:cubicBezTo>
                <a:cubicBezTo>
                  <a:pt x="23546" y="27743"/>
                  <a:pt x="22592" y="26280"/>
                  <a:pt x="21311" y="26280"/>
                </a:cubicBezTo>
                <a:cubicBezTo>
                  <a:pt x="21234" y="26280"/>
                  <a:pt x="21156" y="26285"/>
                  <a:pt x="21076" y="26296"/>
                </a:cubicBezTo>
                <a:cubicBezTo>
                  <a:pt x="21200" y="25854"/>
                  <a:pt x="21380" y="25467"/>
                  <a:pt x="21242" y="24942"/>
                </a:cubicBezTo>
                <a:cubicBezTo>
                  <a:pt x="21104" y="24348"/>
                  <a:pt x="20523" y="23919"/>
                  <a:pt x="20081" y="23574"/>
                </a:cubicBezTo>
                <a:cubicBezTo>
                  <a:pt x="19542" y="23145"/>
                  <a:pt x="18920" y="22883"/>
                  <a:pt x="18312" y="22579"/>
                </a:cubicBezTo>
                <a:cubicBezTo>
                  <a:pt x="17441" y="22137"/>
                  <a:pt x="17013" y="21556"/>
                  <a:pt x="17275" y="20630"/>
                </a:cubicBezTo>
                <a:cubicBezTo>
                  <a:pt x="17373" y="20326"/>
                  <a:pt x="17413" y="20160"/>
                  <a:pt x="17151" y="20077"/>
                </a:cubicBezTo>
                <a:cubicBezTo>
                  <a:pt x="16792" y="19953"/>
                  <a:pt x="16280" y="19345"/>
                  <a:pt x="16129" y="18999"/>
                </a:cubicBezTo>
                <a:cubicBezTo>
                  <a:pt x="15976" y="18654"/>
                  <a:pt x="15935" y="18253"/>
                  <a:pt x="15866" y="17894"/>
                </a:cubicBezTo>
                <a:cubicBezTo>
                  <a:pt x="15700" y="16733"/>
                  <a:pt x="15659" y="15544"/>
                  <a:pt x="15617" y="14370"/>
                </a:cubicBezTo>
                <a:cubicBezTo>
                  <a:pt x="15589" y="13388"/>
                  <a:pt x="15576" y="12380"/>
                  <a:pt x="15617" y="11398"/>
                </a:cubicBezTo>
                <a:cubicBezTo>
                  <a:pt x="15631" y="11067"/>
                  <a:pt x="15672" y="10777"/>
                  <a:pt x="15742" y="10459"/>
                </a:cubicBezTo>
                <a:cubicBezTo>
                  <a:pt x="15852" y="9878"/>
                  <a:pt x="15949" y="9049"/>
                  <a:pt x="16363" y="8594"/>
                </a:cubicBezTo>
                <a:cubicBezTo>
                  <a:pt x="17220" y="8594"/>
                  <a:pt x="18091" y="8579"/>
                  <a:pt x="18948" y="8511"/>
                </a:cubicBezTo>
                <a:cubicBezTo>
                  <a:pt x="19072" y="8496"/>
                  <a:pt x="19224" y="8428"/>
                  <a:pt x="19252" y="8275"/>
                </a:cubicBezTo>
                <a:cubicBezTo>
                  <a:pt x="19390" y="7184"/>
                  <a:pt x="19418" y="6092"/>
                  <a:pt x="19542" y="5000"/>
                </a:cubicBezTo>
                <a:cubicBezTo>
                  <a:pt x="19707" y="3604"/>
                  <a:pt x="19860" y="1863"/>
                  <a:pt x="20675" y="661"/>
                </a:cubicBezTo>
                <a:cubicBezTo>
                  <a:pt x="20827" y="426"/>
                  <a:pt x="20841" y="94"/>
                  <a:pt x="20481" y="81"/>
                </a:cubicBezTo>
                <a:cubicBezTo>
                  <a:pt x="19901" y="18"/>
                  <a:pt x="19317" y="1"/>
                  <a:pt x="18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68"/>
          <p:cNvSpPr/>
          <p:nvPr/>
        </p:nvSpPr>
        <p:spPr>
          <a:xfrm>
            <a:off x="5443018" y="4131537"/>
            <a:ext cx="357124" cy="471946"/>
          </a:xfrm>
          <a:custGeom>
            <a:rect b="b" l="l" r="r" t="t"/>
            <a:pathLst>
              <a:path extrusionOk="0" h="26096" w="19747">
                <a:moveTo>
                  <a:pt x="9648" y="1"/>
                </a:moveTo>
                <a:cubicBezTo>
                  <a:pt x="9625" y="1"/>
                  <a:pt x="9601" y="1"/>
                  <a:pt x="9578" y="1"/>
                </a:cubicBezTo>
                <a:cubicBezTo>
                  <a:pt x="6938" y="14"/>
                  <a:pt x="4686" y="1604"/>
                  <a:pt x="4285" y="4271"/>
                </a:cubicBezTo>
                <a:cubicBezTo>
                  <a:pt x="3940" y="6524"/>
                  <a:pt x="4990" y="8886"/>
                  <a:pt x="7229" y="9605"/>
                </a:cubicBezTo>
                <a:cubicBezTo>
                  <a:pt x="7656" y="11748"/>
                  <a:pt x="7131" y="14967"/>
                  <a:pt x="4948" y="15949"/>
                </a:cubicBezTo>
                <a:cubicBezTo>
                  <a:pt x="4796" y="16004"/>
                  <a:pt x="4782" y="16115"/>
                  <a:pt x="4796" y="16238"/>
                </a:cubicBezTo>
                <a:cubicBezTo>
                  <a:pt x="4769" y="17027"/>
                  <a:pt x="4520" y="17593"/>
                  <a:pt x="3829" y="18007"/>
                </a:cubicBezTo>
                <a:cubicBezTo>
                  <a:pt x="3276" y="18353"/>
                  <a:pt x="2654" y="18560"/>
                  <a:pt x="2129" y="18961"/>
                </a:cubicBezTo>
                <a:cubicBezTo>
                  <a:pt x="1548" y="19389"/>
                  <a:pt x="1148" y="20012"/>
                  <a:pt x="1134" y="20744"/>
                </a:cubicBezTo>
                <a:cubicBezTo>
                  <a:pt x="1120" y="21394"/>
                  <a:pt x="1590" y="21904"/>
                  <a:pt x="1769" y="22499"/>
                </a:cubicBezTo>
                <a:cubicBezTo>
                  <a:pt x="1747" y="22498"/>
                  <a:pt x="1725" y="22498"/>
                  <a:pt x="1703" y="22498"/>
                </a:cubicBezTo>
                <a:cubicBezTo>
                  <a:pt x="1338" y="22498"/>
                  <a:pt x="978" y="22610"/>
                  <a:pt x="691" y="22844"/>
                </a:cubicBezTo>
                <a:cubicBezTo>
                  <a:pt x="56" y="23328"/>
                  <a:pt x="0" y="24102"/>
                  <a:pt x="181" y="24834"/>
                </a:cubicBezTo>
                <a:cubicBezTo>
                  <a:pt x="387" y="25719"/>
                  <a:pt x="1839" y="25844"/>
                  <a:pt x="2558" y="25927"/>
                </a:cubicBezTo>
                <a:cubicBezTo>
                  <a:pt x="3535" y="26044"/>
                  <a:pt x="5694" y="26095"/>
                  <a:pt x="8080" y="26095"/>
                </a:cubicBezTo>
                <a:cubicBezTo>
                  <a:pt x="11600" y="26095"/>
                  <a:pt x="15613" y="25983"/>
                  <a:pt x="17054" y="25802"/>
                </a:cubicBezTo>
                <a:cubicBezTo>
                  <a:pt x="17787" y="25719"/>
                  <a:pt x="19127" y="25567"/>
                  <a:pt x="19403" y="24710"/>
                </a:cubicBezTo>
                <a:cubicBezTo>
                  <a:pt x="19747" y="23613"/>
                  <a:pt x="19041" y="22339"/>
                  <a:pt x="17939" y="22339"/>
                </a:cubicBezTo>
                <a:cubicBezTo>
                  <a:pt x="17889" y="22339"/>
                  <a:pt x="17838" y="22341"/>
                  <a:pt x="17787" y="22347"/>
                </a:cubicBezTo>
                <a:cubicBezTo>
                  <a:pt x="17938" y="21808"/>
                  <a:pt x="18340" y="21324"/>
                  <a:pt x="18380" y="20744"/>
                </a:cubicBezTo>
                <a:cubicBezTo>
                  <a:pt x="18422" y="19970"/>
                  <a:pt x="18008" y="19334"/>
                  <a:pt x="17427" y="18879"/>
                </a:cubicBezTo>
                <a:cubicBezTo>
                  <a:pt x="16916" y="18464"/>
                  <a:pt x="16307" y="18256"/>
                  <a:pt x="15741" y="17966"/>
                </a:cubicBezTo>
                <a:cubicBezTo>
                  <a:pt x="14995" y="17580"/>
                  <a:pt x="14677" y="16985"/>
                  <a:pt x="14649" y="16156"/>
                </a:cubicBezTo>
                <a:cubicBezTo>
                  <a:pt x="14636" y="16017"/>
                  <a:pt x="14636" y="15921"/>
                  <a:pt x="14483" y="15866"/>
                </a:cubicBezTo>
                <a:cubicBezTo>
                  <a:pt x="12287" y="14912"/>
                  <a:pt x="11706" y="11720"/>
                  <a:pt x="12093" y="9564"/>
                </a:cubicBezTo>
                <a:cubicBezTo>
                  <a:pt x="14360" y="8804"/>
                  <a:pt x="15285" y="6441"/>
                  <a:pt x="14953" y="4175"/>
                </a:cubicBezTo>
                <a:cubicBezTo>
                  <a:pt x="14570" y="1530"/>
                  <a:pt x="12258" y="1"/>
                  <a:pt x="96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2" name="Google Shape;1462;p68"/>
          <p:cNvGrpSpPr/>
          <p:nvPr/>
        </p:nvGrpSpPr>
        <p:grpSpPr>
          <a:xfrm>
            <a:off x="1084650" y="1378499"/>
            <a:ext cx="3224880" cy="3224911"/>
            <a:chOff x="1084650" y="1378499"/>
            <a:chExt cx="3224880" cy="3224911"/>
          </a:xfrm>
        </p:grpSpPr>
        <p:sp>
          <p:nvSpPr>
            <p:cNvPr id="1463" name="Google Shape;1463;p68"/>
            <p:cNvSpPr/>
            <p:nvPr/>
          </p:nvSpPr>
          <p:spPr>
            <a:xfrm>
              <a:off x="1084650" y="1378499"/>
              <a:ext cx="3224880" cy="3224911"/>
            </a:xfrm>
            <a:custGeom>
              <a:rect b="b" l="l" r="r" t="t"/>
              <a:pathLst>
                <a:path extrusionOk="0" h="104021" w="104020">
                  <a:moveTo>
                    <a:pt x="103066" y="0"/>
                  </a:moveTo>
                  <a:lnTo>
                    <a:pt x="0" y="954"/>
                  </a:lnTo>
                  <a:lnTo>
                    <a:pt x="967" y="104020"/>
                  </a:lnTo>
                  <a:lnTo>
                    <a:pt x="104020" y="103053"/>
                  </a:lnTo>
                  <a:lnTo>
                    <a:pt x="1030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68"/>
            <p:cNvSpPr/>
            <p:nvPr/>
          </p:nvSpPr>
          <p:spPr>
            <a:xfrm>
              <a:off x="1208880" y="1526323"/>
              <a:ext cx="371906" cy="372309"/>
            </a:xfrm>
            <a:custGeom>
              <a:rect b="b" l="l" r="r" t="t"/>
              <a:pathLst>
                <a:path extrusionOk="0" h="12009" w="11996">
                  <a:moveTo>
                    <a:pt x="11885" y="0"/>
                  </a:moveTo>
                  <a:lnTo>
                    <a:pt x="1" y="111"/>
                  </a:lnTo>
                  <a:lnTo>
                    <a:pt x="111" y="12009"/>
                  </a:lnTo>
                  <a:lnTo>
                    <a:pt x="11996" y="11898"/>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68"/>
            <p:cNvSpPr/>
            <p:nvPr/>
          </p:nvSpPr>
          <p:spPr>
            <a:xfrm>
              <a:off x="1577353" y="1522881"/>
              <a:ext cx="372371" cy="372340"/>
            </a:xfrm>
            <a:custGeom>
              <a:rect b="b" l="l" r="r" t="t"/>
              <a:pathLst>
                <a:path extrusionOk="0" h="12010" w="12011">
                  <a:moveTo>
                    <a:pt x="11900" y="1"/>
                  </a:moveTo>
                  <a:lnTo>
                    <a:pt x="0" y="111"/>
                  </a:lnTo>
                  <a:lnTo>
                    <a:pt x="111" y="12009"/>
                  </a:lnTo>
                  <a:lnTo>
                    <a:pt x="12010" y="11899"/>
                  </a:lnTo>
                  <a:lnTo>
                    <a:pt x="119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8"/>
            <p:cNvSpPr/>
            <p:nvPr/>
          </p:nvSpPr>
          <p:spPr>
            <a:xfrm>
              <a:off x="1946260" y="1519471"/>
              <a:ext cx="371906" cy="372309"/>
            </a:xfrm>
            <a:custGeom>
              <a:rect b="b" l="l" r="r" t="t"/>
              <a:pathLst>
                <a:path extrusionOk="0" h="12009" w="11996">
                  <a:moveTo>
                    <a:pt x="11885" y="0"/>
                  </a:moveTo>
                  <a:lnTo>
                    <a:pt x="1" y="111"/>
                  </a:lnTo>
                  <a:lnTo>
                    <a:pt x="111" y="12009"/>
                  </a:lnTo>
                  <a:lnTo>
                    <a:pt x="11996" y="11898"/>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8"/>
            <p:cNvSpPr/>
            <p:nvPr/>
          </p:nvSpPr>
          <p:spPr>
            <a:xfrm>
              <a:off x="2314733" y="1516030"/>
              <a:ext cx="372309" cy="372340"/>
            </a:xfrm>
            <a:custGeom>
              <a:rect b="b" l="l" r="r" t="t"/>
              <a:pathLst>
                <a:path extrusionOk="0" h="12010" w="12009">
                  <a:moveTo>
                    <a:pt x="11898" y="1"/>
                  </a:moveTo>
                  <a:lnTo>
                    <a:pt x="0" y="111"/>
                  </a:lnTo>
                  <a:lnTo>
                    <a:pt x="111" y="12009"/>
                  </a:lnTo>
                  <a:lnTo>
                    <a:pt x="12009" y="11899"/>
                  </a:lnTo>
                  <a:lnTo>
                    <a:pt x="118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8"/>
            <p:cNvSpPr/>
            <p:nvPr/>
          </p:nvSpPr>
          <p:spPr>
            <a:xfrm>
              <a:off x="2683609" y="1512619"/>
              <a:ext cx="371906" cy="372309"/>
            </a:xfrm>
            <a:custGeom>
              <a:rect b="b" l="l" r="r" t="t"/>
              <a:pathLst>
                <a:path extrusionOk="0" h="12009" w="11996">
                  <a:moveTo>
                    <a:pt x="11885" y="0"/>
                  </a:moveTo>
                  <a:lnTo>
                    <a:pt x="0" y="111"/>
                  </a:lnTo>
                  <a:lnTo>
                    <a:pt x="111" y="12009"/>
                  </a:lnTo>
                  <a:lnTo>
                    <a:pt x="11996" y="11898"/>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68"/>
            <p:cNvSpPr/>
            <p:nvPr/>
          </p:nvSpPr>
          <p:spPr>
            <a:xfrm>
              <a:off x="3052082" y="1509178"/>
              <a:ext cx="372340" cy="372340"/>
            </a:xfrm>
            <a:custGeom>
              <a:rect b="b" l="l" r="r" t="t"/>
              <a:pathLst>
                <a:path extrusionOk="0" h="12010" w="12010">
                  <a:moveTo>
                    <a:pt x="11899" y="1"/>
                  </a:moveTo>
                  <a:lnTo>
                    <a:pt x="0" y="111"/>
                  </a:lnTo>
                  <a:lnTo>
                    <a:pt x="111" y="12009"/>
                  </a:lnTo>
                  <a:lnTo>
                    <a:pt x="12010" y="11899"/>
                  </a:lnTo>
                  <a:lnTo>
                    <a:pt x="118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68"/>
            <p:cNvSpPr/>
            <p:nvPr/>
          </p:nvSpPr>
          <p:spPr>
            <a:xfrm>
              <a:off x="3420989" y="1505736"/>
              <a:ext cx="371906" cy="372340"/>
            </a:xfrm>
            <a:custGeom>
              <a:rect b="b" l="l" r="r" t="t"/>
              <a:pathLst>
                <a:path extrusionOk="0" h="12010" w="11996">
                  <a:moveTo>
                    <a:pt x="11885" y="1"/>
                  </a:moveTo>
                  <a:lnTo>
                    <a:pt x="0" y="112"/>
                  </a:lnTo>
                  <a:lnTo>
                    <a:pt x="111" y="12010"/>
                  </a:lnTo>
                  <a:lnTo>
                    <a:pt x="11996" y="11899"/>
                  </a:lnTo>
                  <a:lnTo>
                    <a:pt x="118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68"/>
            <p:cNvSpPr/>
            <p:nvPr/>
          </p:nvSpPr>
          <p:spPr>
            <a:xfrm>
              <a:off x="3789462" y="1502326"/>
              <a:ext cx="372309" cy="372340"/>
            </a:xfrm>
            <a:custGeom>
              <a:rect b="b" l="l" r="r" t="t"/>
              <a:pathLst>
                <a:path extrusionOk="0" h="12010" w="12009">
                  <a:moveTo>
                    <a:pt x="11898" y="0"/>
                  </a:moveTo>
                  <a:lnTo>
                    <a:pt x="0" y="111"/>
                  </a:lnTo>
                  <a:lnTo>
                    <a:pt x="111" y="12009"/>
                  </a:lnTo>
                  <a:lnTo>
                    <a:pt x="12009" y="11899"/>
                  </a:lnTo>
                  <a:lnTo>
                    <a:pt x="118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68"/>
            <p:cNvSpPr/>
            <p:nvPr/>
          </p:nvSpPr>
          <p:spPr>
            <a:xfrm>
              <a:off x="1580763" y="1891757"/>
              <a:ext cx="372371" cy="371937"/>
            </a:xfrm>
            <a:custGeom>
              <a:rect b="b" l="l" r="r" t="t"/>
              <a:pathLst>
                <a:path extrusionOk="0" h="11997" w="12011">
                  <a:moveTo>
                    <a:pt x="11900" y="1"/>
                  </a:moveTo>
                  <a:lnTo>
                    <a:pt x="1" y="111"/>
                  </a:lnTo>
                  <a:lnTo>
                    <a:pt x="112" y="11996"/>
                  </a:lnTo>
                  <a:lnTo>
                    <a:pt x="12011" y="11886"/>
                  </a:lnTo>
                  <a:lnTo>
                    <a:pt x="119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68"/>
            <p:cNvSpPr/>
            <p:nvPr/>
          </p:nvSpPr>
          <p:spPr>
            <a:xfrm>
              <a:off x="1949701" y="1888347"/>
              <a:ext cx="371906" cy="371906"/>
            </a:xfrm>
            <a:custGeom>
              <a:rect b="b" l="l" r="r" t="t"/>
              <a:pathLst>
                <a:path extrusionOk="0" h="11996" w="11996">
                  <a:moveTo>
                    <a:pt x="11885" y="0"/>
                  </a:moveTo>
                  <a:lnTo>
                    <a:pt x="0" y="111"/>
                  </a:lnTo>
                  <a:lnTo>
                    <a:pt x="111" y="11996"/>
                  </a:lnTo>
                  <a:lnTo>
                    <a:pt x="11995"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68"/>
            <p:cNvSpPr/>
            <p:nvPr/>
          </p:nvSpPr>
          <p:spPr>
            <a:xfrm>
              <a:off x="2318143" y="1884905"/>
              <a:ext cx="372340" cy="371937"/>
            </a:xfrm>
            <a:custGeom>
              <a:rect b="b" l="l" r="r" t="t"/>
              <a:pathLst>
                <a:path extrusionOk="0" h="11997" w="12010">
                  <a:moveTo>
                    <a:pt x="11899" y="1"/>
                  </a:moveTo>
                  <a:lnTo>
                    <a:pt x="1" y="111"/>
                  </a:lnTo>
                  <a:lnTo>
                    <a:pt x="111" y="11996"/>
                  </a:lnTo>
                  <a:lnTo>
                    <a:pt x="12009" y="11886"/>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68"/>
            <p:cNvSpPr/>
            <p:nvPr/>
          </p:nvSpPr>
          <p:spPr>
            <a:xfrm>
              <a:off x="2687019" y="1881495"/>
              <a:ext cx="371937" cy="371906"/>
            </a:xfrm>
            <a:custGeom>
              <a:rect b="b" l="l" r="r" t="t"/>
              <a:pathLst>
                <a:path extrusionOk="0" h="11996" w="11997">
                  <a:moveTo>
                    <a:pt x="11886" y="0"/>
                  </a:moveTo>
                  <a:lnTo>
                    <a:pt x="1" y="111"/>
                  </a:lnTo>
                  <a:lnTo>
                    <a:pt x="111" y="11996"/>
                  </a:lnTo>
                  <a:lnTo>
                    <a:pt x="11996" y="11885"/>
                  </a:lnTo>
                  <a:lnTo>
                    <a:pt x="118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68"/>
            <p:cNvSpPr/>
            <p:nvPr/>
          </p:nvSpPr>
          <p:spPr>
            <a:xfrm>
              <a:off x="3055492" y="1878054"/>
              <a:ext cx="372371" cy="371937"/>
            </a:xfrm>
            <a:custGeom>
              <a:rect b="b" l="l" r="r" t="t"/>
              <a:pathLst>
                <a:path extrusionOk="0" h="11997" w="12011">
                  <a:moveTo>
                    <a:pt x="11900" y="1"/>
                  </a:moveTo>
                  <a:lnTo>
                    <a:pt x="1" y="111"/>
                  </a:lnTo>
                  <a:lnTo>
                    <a:pt x="111" y="11996"/>
                  </a:lnTo>
                  <a:lnTo>
                    <a:pt x="12010" y="11885"/>
                  </a:lnTo>
                  <a:lnTo>
                    <a:pt x="119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68"/>
            <p:cNvSpPr/>
            <p:nvPr/>
          </p:nvSpPr>
          <p:spPr>
            <a:xfrm>
              <a:off x="3424399" y="1874643"/>
              <a:ext cx="371937" cy="371906"/>
            </a:xfrm>
            <a:custGeom>
              <a:rect b="b" l="l" r="r" t="t"/>
              <a:pathLst>
                <a:path extrusionOk="0" h="11996" w="11997">
                  <a:moveTo>
                    <a:pt x="11886" y="0"/>
                  </a:moveTo>
                  <a:lnTo>
                    <a:pt x="1" y="111"/>
                  </a:lnTo>
                  <a:lnTo>
                    <a:pt x="111" y="11995"/>
                  </a:lnTo>
                  <a:lnTo>
                    <a:pt x="11996" y="11885"/>
                  </a:lnTo>
                  <a:lnTo>
                    <a:pt x="118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68"/>
            <p:cNvSpPr/>
            <p:nvPr/>
          </p:nvSpPr>
          <p:spPr>
            <a:xfrm>
              <a:off x="3792872" y="1871202"/>
              <a:ext cx="372340" cy="371906"/>
            </a:xfrm>
            <a:custGeom>
              <a:rect b="b" l="l" r="r" t="t"/>
              <a:pathLst>
                <a:path extrusionOk="0" h="11996" w="12010">
                  <a:moveTo>
                    <a:pt x="11899" y="1"/>
                  </a:moveTo>
                  <a:lnTo>
                    <a:pt x="1" y="111"/>
                  </a:lnTo>
                  <a:lnTo>
                    <a:pt x="111" y="11996"/>
                  </a:lnTo>
                  <a:lnTo>
                    <a:pt x="12009" y="11885"/>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68"/>
            <p:cNvSpPr/>
            <p:nvPr/>
          </p:nvSpPr>
          <p:spPr>
            <a:xfrm>
              <a:off x="1212321" y="1895198"/>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68"/>
            <p:cNvSpPr/>
            <p:nvPr/>
          </p:nvSpPr>
          <p:spPr>
            <a:xfrm>
              <a:off x="1215731" y="2263671"/>
              <a:ext cx="371937" cy="372340"/>
            </a:xfrm>
            <a:custGeom>
              <a:rect b="b" l="l" r="r" t="t"/>
              <a:pathLst>
                <a:path extrusionOk="0" h="12010" w="11997">
                  <a:moveTo>
                    <a:pt x="11886" y="0"/>
                  </a:moveTo>
                  <a:lnTo>
                    <a:pt x="1" y="111"/>
                  </a:lnTo>
                  <a:lnTo>
                    <a:pt x="111" y="12010"/>
                  </a:lnTo>
                  <a:lnTo>
                    <a:pt x="11996" y="11899"/>
                  </a:lnTo>
                  <a:lnTo>
                    <a:pt x="118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68"/>
            <p:cNvSpPr/>
            <p:nvPr/>
          </p:nvSpPr>
          <p:spPr>
            <a:xfrm>
              <a:off x="1584204" y="2260230"/>
              <a:ext cx="372371" cy="372371"/>
            </a:xfrm>
            <a:custGeom>
              <a:rect b="b" l="l" r="r" t="t"/>
              <a:pathLst>
                <a:path extrusionOk="0" h="12011" w="12011">
                  <a:moveTo>
                    <a:pt x="11900" y="1"/>
                  </a:moveTo>
                  <a:lnTo>
                    <a:pt x="1" y="111"/>
                  </a:lnTo>
                  <a:lnTo>
                    <a:pt x="111" y="12010"/>
                  </a:lnTo>
                  <a:lnTo>
                    <a:pt x="12010" y="11900"/>
                  </a:lnTo>
                  <a:lnTo>
                    <a:pt x="119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68"/>
            <p:cNvSpPr/>
            <p:nvPr/>
          </p:nvSpPr>
          <p:spPr>
            <a:xfrm>
              <a:off x="1953111" y="2256819"/>
              <a:ext cx="371906" cy="372340"/>
            </a:xfrm>
            <a:custGeom>
              <a:rect b="b" l="l" r="r" t="t"/>
              <a:pathLst>
                <a:path extrusionOk="0" h="12010" w="11996">
                  <a:moveTo>
                    <a:pt x="11885" y="0"/>
                  </a:moveTo>
                  <a:lnTo>
                    <a:pt x="1" y="111"/>
                  </a:lnTo>
                  <a:lnTo>
                    <a:pt x="111" y="12010"/>
                  </a:lnTo>
                  <a:lnTo>
                    <a:pt x="11996" y="11899"/>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68"/>
            <p:cNvSpPr/>
            <p:nvPr/>
          </p:nvSpPr>
          <p:spPr>
            <a:xfrm>
              <a:off x="2321584" y="2253378"/>
              <a:ext cx="372340" cy="372371"/>
            </a:xfrm>
            <a:custGeom>
              <a:rect b="b" l="l" r="r" t="t"/>
              <a:pathLst>
                <a:path extrusionOk="0" h="12011" w="12010">
                  <a:moveTo>
                    <a:pt x="11898" y="1"/>
                  </a:moveTo>
                  <a:lnTo>
                    <a:pt x="0" y="111"/>
                  </a:lnTo>
                  <a:lnTo>
                    <a:pt x="111" y="12010"/>
                  </a:lnTo>
                  <a:lnTo>
                    <a:pt x="12009" y="11900"/>
                  </a:lnTo>
                  <a:lnTo>
                    <a:pt x="118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68"/>
            <p:cNvSpPr/>
            <p:nvPr/>
          </p:nvSpPr>
          <p:spPr>
            <a:xfrm>
              <a:off x="2690461" y="2249967"/>
              <a:ext cx="371906" cy="372340"/>
            </a:xfrm>
            <a:custGeom>
              <a:rect b="b" l="l" r="r" t="t"/>
              <a:pathLst>
                <a:path extrusionOk="0" h="12010" w="11996">
                  <a:moveTo>
                    <a:pt x="11885" y="0"/>
                  </a:moveTo>
                  <a:lnTo>
                    <a:pt x="0" y="111"/>
                  </a:lnTo>
                  <a:lnTo>
                    <a:pt x="111" y="12010"/>
                  </a:lnTo>
                  <a:lnTo>
                    <a:pt x="11996" y="11899"/>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68"/>
            <p:cNvSpPr/>
            <p:nvPr/>
          </p:nvSpPr>
          <p:spPr>
            <a:xfrm>
              <a:off x="3058934" y="2246526"/>
              <a:ext cx="372340" cy="372371"/>
            </a:xfrm>
            <a:custGeom>
              <a:rect b="b" l="l" r="r" t="t"/>
              <a:pathLst>
                <a:path extrusionOk="0" h="12011" w="12010">
                  <a:moveTo>
                    <a:pt x="11899" y="0"/>
                  </a:moveTo>
                  <a:lnTo>
                    <a:pt x="0" y="111"/>
                  </a:lnTo>
                  <a:lnTo>
                    <a:pt x="111" y="12010"/>
                  </a:lnTo>
                  <a:lnTo>
                    <a:pt x="12010" y="11900"/>
                  </a:lnTo>
                  <a:lnTo>
                    <a:pt x="118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68"/>
            <p:cNvSpPr/>
            <p:nvPr/>
          </p:nvSpPr>
          <p:spPr>
            <a:xfrm>
              <a:off x="3427841" y="2243085"/>
              <a:ext cx="371906" cy="372371"/>
            </a:xfrm>
            <a:custGeom>
              <a:rect b="b" l="l" r="r" t="t"/>
              <a:pathLst>
                <a:path extrusionOk="0" h="12011" w="11996">
                  <a:moveTo>
                    <a:pt x="11885" y="1"/>
                  </a:moveTo>
                  <a:lnTo>
                    <a:pt x="0" y="111"/>
                  </a:lnTo>
                  <a:lnTo>
                    <a:pt x="111" y="12011"/>
                  </a:lnTo>
                  <a:lnTo>
                    <a:pt x="11996" y="11900"/>
                  </a:lnTo>
                  <a:lnTo>
                    <a:pt x="118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68"/>
            <p:cNvSpPr/>
            <p:nvPr/>
          </p:nvSpPr>
          <p:spPr>
            <a:xfrm>
              <a:off x="3796314" y="2239674"/>
              <a:ext cx="372309" cy="372371"/>
            </a:xfrm>
            <a:custGeom>
              <a:rect b="b" l="l" r="r" t="t"/>
              <a:pathLst>
                <a:path extrusionOk="0" h="12011" w="12009">
                  <a:moveTo>
                    <a:pt x="11898" y="0"/>
                  </a:moveTo>
                  <a:lnTo>
                    <a:pt x="0" y="111"/>
                  </a:lnTo>
                  <a:lnTo>
                    <a:pt x="111" y="12010"/>
                  </a:lnTo>
                  <a:lnTo>
                    <a:pt x="12009" y="11900"/>
                  </a:lnTo>
                  <a:lnTo>
                    <a:pt x="118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68"/>
            <p:cNvSpPr/>
            <p:nvPr/>
          </p:nvSpPr>
          <p:spPr>
            <a:xfrm>
              <a:off x="1587646" y="2629136"/>
              <a:ext cx="372340" cy="371937"/>
            </a:xfrm>
            <a:custGeom>
              <a:rect b="b" l="l" r="r" t="t"/>
              <a:pathLst>
                <a:path extrusionOk="0" h="11997" w="12010">
                  <a:moveTo>
                    <a:pt x="11899" y="1"/>
                  </a:moveTo>
                  <a:lnTo>
                    <a:pt x="0" y="111"/>
                  </a:lnTo>
                  <a:lnTo>
                    <a:pt x="111" y="11996"/>
                  </a:lnTo>
                  <a:lnTo>
                    <a:pt x="12010" y="11886"/>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68"/>
            <p:cNvSpPr/>
            <p:nvPr/>
          </p:nvSpPr>
          <p:spPr>
            <a:xfrm>
              <a:off x="1956553" y="2625726"/>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68"/>
            <p:cNvSpPr/>
            <p:nvPr/>
          </p:nvSpPr>
          <p:spPr>
            <a:xfrm>
              <a:off x="2324995" y="2622285"/>
              <a:ext cx="372340" cy="371937"/>
            </a:xfrm>
            <a:custGeom>
              <a:rect b="b" l="l" r="r" t="t"/>
              <a:pathLst>
                <a:path extrusionOk="0" h="11997" w="12010">
                  <a:moveTo>
                    <a:pt x="11899" y="1"/>
                  </a:moveTo>
                  <a:lnTo>
                    <a:pt x="1" y="111"/>
                  </a:lnTo>
                  <a:lnTo>
                    <a:pt x="112" y="11996"/>
                  </a:lnTo>
                  <a:lnTo>
                    <a:pt x="12010" y="11886"/>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68"/>
            <p:cNvSpPr/>
            <p:nvPr/>
          </p:nvSpPr>
          <p:spPr>
            <a:xfrm>
              <a:off x="2693902" y="2618874"/>
              <a:ext cx="371906" cy="371906"/>
            </a:xfrm>
            <a:custGeom>
              <a:rect b="b" l="l" r="r" t="t"/>
              <a:pathLst>
                <a:path extrusionOk="0" h="11996" w="11996">
                  <a:moveTo>
                    <a:pt x="11885" y="0"/>
                  </a:moveTo>
                  <a:lnTo>
                    <a:pt x="0" y="111"/>
                  </a:lnTo>
                  <a:lnTo>
                    <a:pt x="111" y="11996"/>
                  </a:lnTo>
                  <a:lnTo>
                    <a:pt x="11995"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68"/>
            <p:cNvSpPr/>
            <p:nvPr/>
          </p:nvSpPr>
          <p:spPr>
            <a:xfrm>
              <a:off x="3062344" y="2615433"/>
              <a:ext cx="372371" cy="371937"/>
            </a:xfrm>
            <a:custGeom>
              <a:rect b="b" l="l" r="r" t="t"/>
              <a:pathLst>
                <a:path extrusionOk="0" h="11997" w="12011">
                  <a:moveTo>
                    <a:pt x="11900" y="1"/>
                  </a:moveTo>
                  <a:lnTo>
                    <a:pt x="1" y="111"/>
                  </a:lnTo>
                  <a:lnTo>
                    <a:pt x="111" y="11996"/>
                  </a:lnTo>
                  <a:lnTo>
                    <a:pt x="12010" y="11885"/>
                  </a:lnTo>
                  <a:lnTo>
                    <a:pt x="119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68"/>
            <p:cNvSpPr/>
            <p:nvPr/>
          </p:nvSpPr>
          <p:spPr>
            <a:xfrm>
              <a:off x="3431251" y="2612022"/>
              <a:ext cx="371937" cy="371906"/>
            </a:xfrm>
            <a:custGeom>
              <a:rect b="b" l="l" r="r" t="t"/>
              <a:pathLst>
                <a:path extrusionOk="0" h="11996" w="11997">
                  <a:moveTo>
                    <a:pt x="11886" y="0"/>
                  </a:moveTo>
                  <a:lnTo>
                    <a:pt x="1" y="111"/>
                  </a:lnTo>
                  <a:lnTo>
                    <a:pt x="111" y="11995"/>
                  </a:lnTo>
                  <a:lnTo>
                    <a:pt x="11996" y="11885"/>
                  </a:lnTo>
                  <a:lnTo>
                    <a:pt x="118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68"/>
            <p:cNvSpPr/>
            <p:nvPr/>
          </p:nvSpPr>
          <p:spPr>
            <a:xfrm>
              <a:off x="3799724" y="2608581"/>
              <a:ext cx="372340" cy="371906"/>
            </a:xfrm>
            <a:custGeom>
              <a:rect b="b" l="l" r="r" t="t"/>
              <a:pathLst>
                <a:path extrusionOk="0" h="11996" w="12010">
                  <a:moveTo>
                    <a:pt x="11899" y="1"/>
                  </a:moveTo>
                  <a:lnTo>
                    <a:pt x="1" y="111"/>
                  </a:lnTo>
                  <a:lnTo>
                    <a:pt x="111" y="11996"/>
                  </a:lnTo>
                  <a:lnTo>
                    <a:pt x="12009" y="11885"/>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68"/>
            <p:cNvSpPr/>
            <p:nvPr/>
          </p:nvSpPr>
          <p:spPr>
            <a:xfrm>
              <a:off x="1219173" y="2632578"/>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68"/>
            <p:cNvSpPr/>
            <p:nvPr/>
          </p:nvSpPr>
          <p:spPr>
            <a:xfrm>
              <a:off x="1222583" y="3001050"/>
              <a:ext cx="371937" cy="372309"/>
            </a:xfrm>
            <a:custGeom>
              <a:rect b="b" l="l" r="r" t="t"/>
              <a:pathLst>
                <a:path extrusionOk="0" h="12009" w="11997">
                  <a:moveTo>
                    <a:pt x="11886" y="0"/>
                  </a:moveTo>
                  <a:lnTo>
                    <a:pt x="1" y="111"/>
                  </a:lnTo>
                  <a:lnTo>
                    <a:pt x="111" y="12009"/>
                  </a:lnTo>
                  <a:lnTo>
                    <a:pt x="11996" y="11898"/>
                  </a:lnTo>
                  <a:lnTo>
                    <a:pt x="118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68"/>
            <p:cNvSpPr/>
            <p:nvPr/>
          </p:nvSpPr>
          <p:spPr>
            <a:xfrm>
              <a:off x="1591056" y="2997609"/>
              <a:ext cx="372371" cy="372340"/>
            </a:xfrm>
            <a:custGeom>
              <a:rect b="b" l="l" r="r" t="t"/>
              <a:pathLst>
                <a:path extrusionOk="0" h="12010" w="12011">
                  <a:moveTo>
                    <a:pt x="11900" y="1"/>
                  </a:moveTo>
                  <a:lnTo>
                    <a:pt x="1" y="111"/>
                  </a:lnTo>
                  <a:lnTo>
                    <a:pt x="111" y="12009"/>
                  </a:lnTo>
                  <a:lnTo>
                    <a:pt x="12010" y="11899"/>
                  </a:lnTo>
                  <a:lnTo>
                    <a:pt x="119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68"/>
            <p:cNvSpPr/>
            <p:nvPr/>
          </p:nvSpPr>
          <p:spPr>
            <a:xfrm>
              <a:off x="1959963" y="2994199"/>
              <a:ext cx="371937" cy="372309"/>
            </a:xfrm>
            <a:custGeom>
              <a:rect b="b" l="l" r="r" t="t"/>
              <a:pathLst>
                <a:path extrusionOk="0" h="12009" w="11997">
                  <a:moveTo>
                    <a:pt x="11886" y="0"/>
                  </a:moveTo>
                  <a:lnTo>
                    <a:pt x="1" y="111"/>
                  </a:lnTo>
                  <a:lnTo>
                    <a:pt x="111" y="12009"/>
                  </a:lnTo>
                  <a:lnTo>
                    <a:pt x="11996" y="11898"/>
                  </a:lnTo>
                  <a:lnTo>
                    <a:pt x="118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68"/>
            <p:cNvSpPr/>
            <p:nvPr/>
          </p:nvSpPr>
          <p:spPr>
            <a:xfrm>
              <a:off x="2328436" y="2990757"/>
              <a:ext cx="372340" cy="372340"/>
            </a:xfrm>
            <a:custGeom>
              <a:rect b="b" l="l" r="r" t="t"/>
              <a:pathLst>
                <a:path extrusionOk="0" h="12010" w="12010">
                  <a:moveTo>
                    <a:pt x="11899" y="1"/>
                  </a:moveTo>
                  <a:lnTo>
                    <a:pt x="1" y="111"/>
                  </a:lnTo>
                  <a:lnTo>
                    <a:pt x="111" y="12009"/>
                  </a:lnTo>
                  <a:lnTo>
                    <a:pt x="12009" y="11885"/>
                  </a:lnTo>
                  <a:lnTo>
                    <a:pt x="118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68"/>
            <p:cNvSpPr/>
            <p:nvPr/>
          </p:nvSpPr>
          <p:spPr>
            <a:xfrm>
              <a:off x="2697312" y="2987347"/>
              <a:ext cx="371906" cy="371906"/>
            </a:xfrm>
            <a:custGeom>
              <a:rect b="b" l="l" r="r" t="t"/>
              <a:pathLst>
                <a:path extrusionOk="0" h="11996" w="11996">
                  <a:moveTo>
                    <a:pt x="11885" y="0"/>
                  </a:moveTo>
                  <a:lnTo>
                    <a:pt x="1" y="111"/>
                  </a:lnTo>
                  <a:lnTo>
                    <a:pt x="111" y="11995"/>
                  </a:lnTo>
                  <a:lnTo>
                    <a:pt x="11996" y="11898"/>
                  </a:lnTo>
                  <a:lnTo>
                    <a:pt x="118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68"/>
            <p:cNvSpPr/>
            <p:nvPr/>
          </p:nvSpPr>
          <p:spPr>
            <a:xfrm>
              <a:off x="3065785" y="2983905"/>
              <a:ext cx="372371" cy="372340"/>
            </a:xfrm>
            <a:custGeom>
              <a:rect b="b" l="l" r="r" t="t"/>
              <a:pathLst>
                <a:path extrusionOk="0" h="12010" w="12011">
                  <a:moveTo>
                    <a:pt x="11899" y="0"/>
                  </a:moveTo>
                  <a:lnTo>
                    <a:pt x="0" y="111"/>
                  </a:lnTo>
                  <a:lnTo>
                    <a:pt x="111" y="12009"/>
                  </a:lnTo>
                  <a:lnTo>
                    <a:pt x="12010" y="11899"/>
                  </a:lnTo>
                  <a:lnTo>
                    <a:pt x="118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8"/>
            <p:cNvSpPr/>
            <p:nvPr/>
          </p:nvSpPr>
          <p:spPr>
            <a:xfrm>
              <a:off x="3434692" y="2980464"/>
              <a:ext cx="371906" cy="372340"/>
            </a:xfrm>
            <a:custGeom>
              <a:rect b="b" l="l" r="r" t="t"/>
              <a:pathLst>
                <a:path extrusionOk="0" h="12010" w="11996">
                  <a:moveTo>
                    <a:pt x="11885" y="1"/>
                  </a:moveTo>
                  <a:lnTo>
                    <a:pt x="0" y="111"/>
                  </a:lnTo>
                  <a:lnTo>
                    <a:pt x="111" y="12010"/>
                  </a:lnTo>
                  <a:lnTo>
                    <a:pt x="11996" y="11899"/>
                  </a:lnTo>
                  <a:lnTo>
                    <a:pt x="118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68"/>
            <p:cNvSpPr/>
            <p:nvPr/>
          </p:nvSpPr>
          <p:spPr>
            <a:xfrm>
              <a:off x="3803165" y="2977054"/>
              <a:ext cx="372309" cy="372340"/>
            </a:xfrm>
            <a:custGeom>
              <a:rect b="b" l="l" r="r" t="t"/>
              <a:pathLst>
                <a:path extrusionOk="0" h="12010" w="12009">
                  <a:moveTo>
                    <a:pt x="11898" y="0"/>
                  </a:moveTo>
                  <a:lnTo>
                    <a:pt x="0" y="111"/>
                  </a:lnTo>
                  <a:lnTo>
                    <a:pt x="111" y="12009"/>
                  </a:lnTo>
                  <a:lnTo>
                    <a:pt x="12009" y="11898"/>
                  </a:lnTo>
                  <a:lnTo>
                    <a:pt x="118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68"/>
            <p:cNvSpPr/>
            <p:nvPr/>
          </p:nvSpPr>
          <p:spPr>
            <a:xfrm>
              <a:off x="1594497" y="3366485"/>
              <a:ext cx="372340" cy="371937"/>
            </a:xfrm>
            <a:custGeom>
              <a:rect b="b" l="l" r="r" t="t"/>
              <a:pathLst>
                <a:path extrusionOk="0" h="11997" w="12010">
                  <a:moveTo>
                    <a:pt x="11899" y="1"/>
                  </a:moveTo>
                  <a:lnTo>
                    <a:pt x="0" y="111"/>
                  </a:lnTo>
                  <a:lnTo>
                    <a:pt x="111" y="11996"/>
                  </a:lnTo>
                  <a:lnTo>
                    <a:pt x="12010" y="11886"/>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68"/>
            <p:cNvSpPr/>
            <p:nvPr/>
          </p:nvSpPr>
          <p:spPr>
            <a:xfrm>
              <a:off x="1963404" y="3363074"/>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68"/>
            <p:cNvSpPr/>
            <p:nvPr/>
          </p:nvSpPr>
          <p:spPr>
            <a:xfrm>
              <a:off x="2331878" y="3359230"/>
              <a:ext cx="372309" cy="372340"/>
            </a:xfrm>
            <a:custGeom>
              <a:rect b="b" l="l" r="r" t="t"/>
              <a:pathLst>
                <a:path extrusionOk="0" h="12010" w="12009">
                  <a:moveTo>
                    <a:pt x="11898" y="0"/>
                  </a:moveTo>
                  <a:lnTo>
                    <a:pt x="0" y="124"/>
                  </a:lnTo>
                  <a:lnTo>
                    <a:pt x="111" y="12009"/>
                  </a:lnTo>
                  <a:lnTo>
                    <a:pt x="12009" y="11899"/>
                  </a:lnTo>
                  <a:lnTo>
                    <a:pt x="118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68"/>
            <p:cNvSpPr/>
            <p:nvPr/>
          </p:nvSpPr>
          <p:spPr>
            <a:xfrm>
              <a:off x="2700754" y="3356222"/>
              <a:ext cx="371906" cy="371906"/>
            </a:xfrm>
            <a:custGeom>
              <a:rect b="b" l="l" r="r" t="t"/>
              <a:pathLst>
                <a:path extrusionOk="0" h="11996" w="11996">
                  <a:moveTo>
                    <a:pt x="11885" y="0"/>
                  </a:moveTo>
                  <a:lnTo>
                    <a:pt x="0" y="97"/>
                  </a:lnTo>
                  <a:lnTo>
                    <a:pt x="111" y="11996"/>
                  </a:lnTo>
                  <a:lnTo>
                    <a:pt x="11995"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68"/>
            <p:cNvSpPr/>
            <p:nvPr/>
          </p:nvSpPr>
          <p:spPr>
            <a:xfrm>
              <a:off x="3069196" y="3352781"/>
              <a:ext cx="372371" cy="371906"/>
            </a:xfrm>
            <a:custGeom>
              <a:rect b="b" l="l" r="r" t="t"/>
              <a:pathLst>
                <a:path extrusionOk="0" h="11996" w="12011">
                  <a:moveTo>
                    <a:pt x="11900" y="1"/>
                  </a:moveTo>
                  <a:lnTo>
                    <a:pt x="1" y="111"/>
                  </a:lnTo>
                  <a:lnTo>
                    <a:pt x="111" y="11996"/>
                  </a:lnTo>
                  <a:lnTo>
                    <a:pt x="12011" y="11885"/>
                  </a:lnTo>
                  <a:lnTo>
                    <a:pt x="119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68"/>
            <p:cNvSpPr/>
            <p:nvPr/>
          </p:nvSpPr>
          <p:spPr>
            <a:xfrm>
              <a:off x="3438134" y="3349371"/>
              <a:ext cx="371906" cy="371906"/>
            </a:xfrm>
            <a:custGeom>
              <a:rect b="b" l="l" r="r" t="t"/>
              <a:pathLst>
                <a:path extrusionOk="0" h="11996" w="11996">
                  <a:moveTo>
                    <a:pt x="11885" y="0"/>
                  </a:moveTo>
                  <a:lnTo>
                    <a:pt x="0" y="111"/>
                  </a:lnTo>
                  <a:lnTo>
                    <a:pt x="111" y="11995"/>
                  </a:lnTo>
                  <a:lnTo>
                    <a:pt x="11995"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8"/>
            <p:cNvSpPr/>
            <p:nvPr/>
          </p:nvSpPr>
          <p:spPr>
            <a:xfrm>
              <a:off x="3806576" y="3345929"/>
              <a:ext cx="372340" cy="371906"/>
            </a:xfrm>
            <a:custGeom>
              <a:rect b="b" l="l" r="r" t="t"/>
              <a:pathLst>
                <a:path extrusionOk="0" h="11996" w="12010">
                  <a:moveTo>
                    <a:pt x="11899" y="0"/>
                  </a:moveTo>
                  <a:lnTo>
                    <a:pt x="1" y="111"/>
                  </a:lnTo>
                  <a:lnTo>
                    <a:pt x="111" y="11996"/>
                  </a:lnTo>
                  <a:lnTo>
                    <a:pt x="12009" y="11885"/>
                  </a:lnTo>
                  <a:lnTo>
                    <a:pt x="118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68"/>
            <p:cNvSpPr/>
            <p:nvPr/>
          </p:nvSpPr>
          <p:spPr>
            <a:xfrm>
              <a:off x="1226024" y="3369926"/>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68"/>
            <p:cNvSpPr/>
            <p:nvPr/>
          </p:nvSpPr>
          <p:spPr>
            <a:xfrm>
              <a:off x="1229435" y="3738399"/>
              <a:ext cx="371937" cy="372340"/>
            </a:xfrm>
            <a:custGeom>
              <a:rect b="b" l="l" r="r" t="t"/>
              <a:pathLst>
                <a:path extrusionOk="0" h="12010" w="11997">
                  <a:moveTo>
                    <a:pt x="11886" y="0"/>
                  </a:moveTo>
                  <a:lnTo>
                    <a:pt x="1" y="111"/>
                  </a:lnTo>
                  <a:lnTo>
                    <a:pt x="112" y="12010"/>
                  </a:lnTo>
                  <a:lnTo>
                    <a:pt x="11996" y="11885"/>
                  </a:lnTo>
                  <a:lnTo>
                    <a:pt x="118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68"/>
            <p:cNvSpPr/>
            <p:nvPr/>
          </p:nvSpPr>
          <p:spPr>
            <a:xfrm>
              <a:off x="1597908" y="3734957"/>
              <a:ext cx="372371" cy="371937"/>
            </a:xfrm>
            <a:custGeom>
              <a:rect b="b" l="l" r="r" t="t"/>
              <a:pathLst>
                <a:path extrusionOk="0" h="11997" w="12011">
                  <a:moveTo>
                    <a:pt x="11900" y="1"/>
                  </a:moveTo>
                  <a:lnTo>
                    <a:pt x="1" y="111"/>
                  </a:lnTo>
                  <a:lnTo>
                    <a:pt x="111" y="11996"/>
                  </a:lnTo>
                  <a:lnTo>
                    <a:pt x="12010" y="11900"/>
                  </a:lnTo>
                  <a:lnTo>
                    <a:pt x="119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68"/>
            <p:cNvSpPr/>
            <p:nvPr/>
          </p:nvSpPr>
          <p:spPr>
            <a:xfrm>
              <a:off x="1966815" y="3731547"/>
              <a:ext cx="371937" cy="372340"/>
            </a:xfrm>
            <a:custGeom>
              <a:rect b="b" l="l" r="r" t="t"/>
              <a:pathLst>
                <a:path extrusionOk="0" h="12010" w="11997">
                  <a:moveTo>
                    <a:pt x="11886" y="0"/>
                  </a:moveTo>
                  <a:lnTo>
                    <a:pt x="1" y="111"/>
                  </a:lnTo>
                  <a:lnTo>
                    <a:pt x="111" y="12010"/>
                  </a:lnTo>
                  <a:lnTo>
                    <a:pt x="11996" y="11899"/>
                  </a:lnTo>
                  <a:lnTo>
                    <a:pt x="118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68"/>
            <p:cNvSpPr/>
            <p:nvPr/>
          </p:nvSpPr>
          <p:spPr>
            <a:xfrm>
              <a:off x="2335288" y="3728105"/>
              <a:ext cx="372340" cy="372371"/>
            </a:xfrm>
            <a:custGeom>
              <a:rect b="b" l="l" r="r" t="t"/>
              <a:pathLst>
                <a:path extrusionOk="0" h="12011" w="12010">
                  <a:moveTo>
                    <a:pt x="11899" y="1"/>
                  </a:moveTo>
                  <a:lnTo>
                    <a:pt x="1" y="111"/>
                  </a:lnTo>
                  <a:lnTo>
                    <a:pt x="111" y="12010"/>
                  </a:lnTo>
                  <a:lnTo>
                    <a:pt x="12009" y="11885"/>
                  </a:lnTo>
                  <a:lnTo>
                    <a:pt x="118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68"/>
            <p:cNvSpPr/>
            <p:nvPr/>
          </p:nvSpPr>
          <p:spPr>
            <a:xfrm>
              <a:off x="2704164" y="3724664"/>
              <a:ext cx="371937" cy="371937"/>
            </a:xfrm>
            <a:custGeom>
              <a:rect b="b" l="l" r="r" t="t"/>
              <a:pathLst>
                <a:path extrusionOk="0" h="11997" w="11997">
                  <a:moveTo>
                    <a:pt x="11885" y="1"/>
                  </a:moveTo>
                  <a:lnTo>
                    <a:pt x="1" y="112"/>
                  </a:lnTo>
                  <a:lnTo>
                    <a:pt x="111" y="11996"/>
                  </a:lnTo>
                  <a:lnTo>
                    <a:pt x="11996" y="11900"/>
                  </a:lnTo>
                  <a:lnTo>
                    <a:pt x="118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68"/>
            <p:cNvSpPr/>
            <p:nvPr/>
          </p:nvSpPr>
          <p:spPr>
            <a:xfrm>
              <a:off x="3072637" y="3721254"/>
              <a:ext cx="372371" cy="372371"/>
            </a:xfrm>
            <a:custGeom>
              <a:rect b="b" l="l" r="r" t="t"/>
              <a:pathLst>
                <a:path extrusionOk="0" h="12011" w="12011">
                  <a:moveTo>
                    <a:pt x="11900" y="0"/>
                  </a:moveTo>
                  <a:lnTo>
                    <a:pt x="0" y="111"/>
                  </a:lnTo>
                  <a:lnTo>
                    <a:pt x="111" y="12010"/>
                  </a:lnTo>
                  <a:lnTo>
                    <a:pt x="12010" y="11885"/>
                  </a:lnTo>
                  <a:lnTo>
                    <a:pt x="1190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68"/>
            <p:cNvSpPr/>
            <p:nvPr/>
          </p:nvSpPr>
          <p:spPr>
            <a:xfrm>
              <a:off x="3441544" y="3717812"/>
              <a:ext cx="371906" cy="371937"/>
            </a:xfrm>
            <a:custGeom>
              <a:rect b="b" l="l" r="r" t="t"/>
              <a:pathLst>
                <a:path extrusionOk="0" h="11997" w="11996">
                  <a:moveTo>
                    <a:pt x="11885" y="1"/>
                  </a:moveTo>
                  <a:lnTo>
                    <a:pt x="1" y="111"/>
                  </a:lnTo>
                  <a:lnTo>
                    <a:pt x="111" y="11996"/>
                  </a:lnTo>
                  <a:lnTo>
                    <a:pt x="11996" y="11900"/>
                  </a:lnTo>
                  <a:lnTo>
                    <a:pt x="118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68"/>
            <p:cNvSpPr/>
            <p:nvPr/>
          </p:nvSpPr>
          <p:spPr>
            <a:xfrm>
              <a:off x="3810017" y="3714402"/>
              <a:ext cx="372309" cy="372371"/>
            </a:xfrm>
            <a:custGeom>
              <a:rect b="b" l="l" r="r" t="t"/>
              <a:pathLst>
                <a:path extrusionOk="0" h="12011" w="12009">
                  <a:moveTo>
                    <a:pt x="11898" y="0"/>
                  </a:moveTo>
                  <a:lnTo>
                    <a:pt x="0" y="111"/>
                  </a:lnTo>
                  <a:lnTo>
                    <a:pt x="111" y="12010"/>
                  </a:lnTo>
                  <a:lnTo>
                    <a:pt x="12009" y="11899"/>
                  </a:lnTo>
                  <a:lnTo>
                    <a:pt x="118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68"/>
            <p:cNvSpPr/>
            <p:nvPr/>
          </p:nvSpPr>
          <p:spPr>
            <a:xfrm>
              <a:off x="1601349" y="4103864"/>
              <a:ext cx="372340" cy="371937"/>
            </a:xfrm>
            <a:custGeom>
              <a:rect b="b" l="l" r="r" t="t"/>
              <a:pathLst>
                <a:path extrusionOk="0" h="11997" w="12010">
                  <a:moveTo>
                    <a:pt x="11899" y="1"/>
                  </a:moveTo>
                  <a:lnTo>
                    <a:pt x="0" y="97"/>
                  </a:lnTo>
                  <a:lnTo>
                    <a:pt x="111" y="11996"/>
                  </a:lnTo>
                  <a:lnTo>
                    <a:pt x="12010" y="11886"/>
                  </a:lnTo>
                  <a:lnTo>
                    <a:pt x="11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68"/>
            <p:cNvSpPr/>
            <p:nvPr/>
          </p:nvSpPr>
          <p:spPr>
            <a:xfrm>
              <a:off x="1970256" y="4100454"/>
              <a:ext cx="371906" cy="371906"/>
            </a:xfrm>
            <a:custGeom>
              <a:rect b="b" l="l" r="r" t="t"/>
              <a:pathLst>
                <a:path extrusionOk="0" h="11996" w="11996">
                  <a:moveTo>
                    <a:pt x="11885" y="0"/>
                  </a:moveTo>
                  <a:lnTo>
                    <a:pt x="0" y="111"/>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68"/>
            <p:cNvSpPr/>
            <p:nvPr/>
          </p:nvSpPr>
          <p:spPr>
            <a:xfrm>
              <a:off x="2338729" y="4096578"/>
              <a:ext cx="372309" cy="372371"/>
            </a:xfrm>
            <a:custGeom>
              <a:rect b="b" l="l" r="r" t="t"/>
              <a:pathLst>
                <a:path extrusionOk="0" h="12011" w="12009">
                  <a:moveTo>
                    <a:pt x="11898" y="0"/>
                  </a:moveTo>
                  <a:lnTo>
                    <a:pt x="0" y="125"/>
                  </a:lnTo>
                  <a:lnTo>
                    <a:pt x="111" y="12010"/>
                  </a:lnTo>
                  <a:lnTo>
                    <a:pt x="12009" y="11900"/>
                  </a:lnTo>
                  <a:lnTo>
                    <a:pt x="118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68"/>
            <p:cNvSpPr/>
            <p:nvPr/>
          </p:nvSpPr>
          <p:spPr>
            <a:xfrm>
              <a:off x="2707605" y="4093602"/>
              <a:ext cx="371906" cy="371906"/>
            </a:xfrm>
            <a:custGeom>
              <a:rect b="b" l="l" r="r" t="t"/>
              <a:pathLst>
                <a:path extrusionOk="0" h="11996" w="11996">
                  <a:moveTo>
                    <a:pt x="11885" y="0"/>
                  </a:moveTo>
                  <a:lnTo>
                    <a:pt x="0" y="96"/>
                  </a:lnTo>
                  <a:lnTo>
                    <a:pt x="111" y="11996"/>
                  </a:lnTo>
                  <a:lnTo>
                    <a:pt x="11996"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68"/>
            <p:cNvSpPr/>
            <p:nvPr/>
          </p:nvSpPr>
          <p:spPr>
            <a:xfrm>
              <a:off x="3076078" y="4089726"/>
              <a:ext cx="372340" cy="372340"/>
            </a:xfrm>
            <a:custGeom>
              <a:rect b="b" l="l" r="r" t="t"/>
              <a:pathLst>
                <a:path extrusionOk="0" h="12010" w="12010">
                  <a:moveTo>
                    <a:pt x="11899" y="0"/>
                  </a:moveTo>
                  <a:lnTo>
                    <a:pt x="0" y="125"/>
                  </a:lnTo>
                  <a:lnTo>
                    <a:pt x="111" y="12010"/>
                  </a:lnTo>
                  <a:lnTo>
                    <a:pt x="12010" y="11899"/>
                  </a:lnTo>
                  <a:lnTo>
                    <a:pt x="118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68"/>
            <p:cNvSpPr/>
            <p:nvPr/>
          </p:nvSpPr>
          <p:spPr>
            <a:xfrm>
              <a:off x="3444985" y="4086750"/>
              <a:ext cx="371906" cy="371906"/>
            </a:xfrm>
            <a:custGeom>
              <a:rect b="b" l="l" r="r" t="t"/>
              <a:pathLst>
                <a:path extrusionOk="0" h="11996" w="11996">
                  <a:moveTo>
                    <a:pt x="11885" y="0"/>
                  </a:moveTo>
                  <a:lnTo>
                    <a:pt x="0" y="96"/>
                  </a:lnTo>
                  <a:lnTo>
                    <a:pt x="111" y="11995"/>
                  </a:lnTo>
                  <a:lnTo>
                    <a:pt x="11995" y="11885"/>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68"/>
            <p:cNvSpPr/>
            <p:nvPr/>
          </p:nvSpPr>
          <p:spPr>
            <a:xfrm>
              <a:off x="3813428" y="4083309"/>
              <a:ext cx="372340" cy="371906"/>
            </a:xfrm>
            <a:custGeom>
              <a:rect b="b" l="l" r="r" t="t"/>
              <a:pathLst>
                <a:path extrusionOk="0" h="11996" w="12010">
                  <a:moveTo>
                    <a:pt x="11899" y="0"/>
                  </a:moveTo>
                  <a:lnTo>
                    <a:pt x="1" y="111"/>
                  </a:lnTo>
                  <a:lnTo>
                    <a:pt x="111" y="11996"/>
                  </a:lnTo>
                  <a:lnTo>
                    <a:pt x="12010" y="11885"/>
                  </a:lnTo>
                  <a:lnTo>
                    <a:pt x="118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68"/>
            <p:cNvSpPr/>
            <p:nvPr/>
          </p:nvSpPr>
          <p:spPr>
            <a:xfrm>
              <a:off x="1232876" y="4106871"/>
              <a:ext cx="371906" cy="372340"/>
            </a:xfrm>
            <a:custGeom>
              <a:rect b="b" l="l" r="r" t="t"/>
              <a:pathLst>
                <a:path extrusionOk="0" h="12010" w="11996">
                  <a:moveTo>
                    <a:pt x="11885" y="0"/>
                  </a:moveTo>
                  <a:lnTo>
                    <a:pt x="1" y="125"/>
                  </a:lnTo>
                  <a:lnTo>
                    <a:pt x="111" y="12010"/>
                  </a:lnTo>
                  <a:lnTo>
                    <a:pt x="11996" y="11899"/>
                  </a:lnTo>
                  <a:lnTo>
                    <a:pt x="118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8" name="Google Shape;1528;p68"/>
          <p:cNvGrpSpPr/>
          <p:nvPr/>
        </p:nvGrpSpPr>
        <p:grpSpPr>
          <a:xfrm>
            <a:off x="815900" y="681625"/>
            <a:ext cx="7512200" cy="179100"/>
            <a:chOff x="815900" y="681625"/>
            <a:chExt cx="7512200" cy="179100"/>
          </a:xfrm>
        </p:grpSpPr>
        <p:sp>
          <p:nvSpPr>
            <p:cNvPr id="1529" name="Google Shape;1529;p68"/>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68"/>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RESOURCES</a:t>
            </a:r>
            <a:endParaRPr/>
          </a:p>
        </p:txBody>
      </p:sp>
      <p:sp>
        <p:nvSpPr>
          <p:cNvPr id="1536" name="Google Shape;1536;p69"/>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ranienbaum"/>
                <a:ea typeface="Oranienbaum"/>
                <a:cs typeface="Oranienbaum"/>
                <a:sym typeface="Oranienbaum"/>
              </a:rPr>
              <a:t>VECTORS</a:t>
            </a:r>
            <a:endParaRPr b="1">
              <a:latin typeface="Oranienbaum"/>
              <a:ea typeface="Oranienbaum"/>
              <a:cs typeface="Oranienbaum"/>
              <a:sym typeface="Oranienbaum"/>
            </a:endParaRPr>
          </a:p>
          <a:p>
            <a:pPr indent="-304800" lvl="0" marL="457200" rtl="0" algn="l">
              <a:spcBef>
                <a:spcPts val="0"/>
              </a:spcBef>
              <a:spcAft>
                <a:spcPts val="0"/>
              </a:spcAft>
              <a:buSzPts val="1200"/>
              <a:buChar char="●"/>
            </a:pPr>
            <a:r>
              <a:rPr lang="en" sz="1200">
                <a:solidFill>
                  <a:schemeClr val="hlink"/>
                </a:solidFill>
                <a:uFill>
                  <a:noFill/>
                </a:uFill>
                <a:hlinkClick r:id="rId3"/>
              </a:rPr>
              <a:t>Wedding card with chess pieces</a:t>
            </a:r>
            <a:endParaRPr sz="1200"/>
          </a:p>
          <a:p>
            <a:pPr indent="-304800" lvl="0" marL="457200" rtl="0" algn="l">
              <a:spcBef>
                <a:spcPts val="0"/>
              </a:spcBef>
              <a:spcAft>
                <a:spcPts val="0"/>
              </a:spcAft>
              <a:buSzPts val="1200"/>
              <a:buChar char="●"/>
            </a:pPr>
            <a:r>
              <a:rPr lang="en" sz="1200">
                <a:solidFill>
                  <a:schemeClr val="hlink"/>
                </a:solidFill>
                <a:uFill>
                  <a:noFill/>
                </a:uFill>
                <a:hlinkClick r:id="rId4"/>
              </a:rPr>
              <a:t>Sport banners with elements</a:t>
            </a:r>
            <a:endParaRPr sz="1200"/>
          </a:p>
          <a:p>
            <a:pPr indent="-304800" lvl="0" marL="457200" rtl="0" algn="l">
              <a:spcBef>
                <a:spcPts val="0"/>
              </a:spcBef>
              <a:spcAft>
                <a:spcPts val="0"/>
              </a:spcAft>
              <a:buSzPts val="1200"/>
              <a:buChar char="●"/>
            </a:pPr>
            <a:r>
              <a:rPr lang="en" sz="1200">
                <a:solidFill>
                  <a:schemeClr val="hlink"/>
                </a:solidFill>
                <a:uFill>
                  <a:noFill/>
                </a:uFill>
                <a:hlinkClick r:id="rId5"/>
              </a:rPr>
              <a:t>Chess pieces sketch</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n">
                <a:latin typeface="Oranienbaum"/>
                <a:ea typeface="Oranienbaum"/>
                <a:cs typeface="Oranienbaum"/>
                <a:sym typeface="Oranienbaum"/>
              </a:rPr>
              <a:t>ICONS</a:t>
            </a:r>
            <a:endParaRPr sz="1200"/>
          </a:p>
          <a:p>
            <a:pPr indent="-304800" lvl="0" marL="457200" rtl="0" algn="l">
              <a:spcBef>
                <a:spcPts val="0"/>
              </a:spcBef>
              <a:spcAft>
                <a:spcPts val="0"/>
              </a:spcAft>
              <a:buSzPts val="1200"/>
              <a:buAutoNum type="arabicPeriod"/>
            </a:pPr>
            <a:r>
              <a:rPr lang="en" sz="1200">
                <a:solidFill>
                  <a:schemeClr val="hlink"/>
                </a:solidFill>
                <a:uFill>
                  <a:noFill/>
                </a:uFill>
                <a:hlinkClick r:id="rId6"/>
              </a:rPr>
              <a:t>Gaming Icon Pack</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n">
                <a:latin typeface="Oranienbaum"/>
                <a:ea typeface="Oranienbaum"/>
                <a:cs typeface="Oranienbaum"/>
                <a:sym typeface="Oranienbaum"/>
              </a:rPr>
              <a:t>PHOTO</a:t>
            </a:r>
            <a:r>
              <a:rPr b="1" lang="en">
                <a:latin typeface="Oranienbaum"/>
                <a:ea typeface="Oranienbaum"/>
                <a:cs typeface="Oranienbaum"/>
                <a:sym typeface="Oranienbaum"/>
              </a:rPr>
              <a:t>S</a:t>
            </a:r>
            <a:endParaRPr sz="1200"/>
          </a:p>
          <a:p>
            <a:pPr indent="-304800" lvl="0" marL="457200" rtl="0" algn="l">
              <a:spcBef>
                <a:spcPts val="0"/>
              </a:spcBef>
              <a:spcAft>
                <a:spcPts val="0"/>
              </a:spcAft>
              <a:buSzPts val="1200"/>
              <a:buAutoNum type="arabicPeriod"/>
            </a:pPr>
            <a:r>
              <a:rPr lang="en" sz="1200">
                <a:solidFill>
                  <a:schemeClr val="hlink"/>
                </a:solidFill>
                <a:uFill>
                  <a:noFill/>
                </a:uFill>
                <a:hlinkClick r:id="rId7"/>
              </a:rPr>
              <a:t>Checkmate to black king on chess board. success concept</a:t>
            </a:r>
            <a:endParaRPr sz="1200"/>
          </a:p>
          <a:p>
            <a:pPr indent="-304800" lvl="0" marL="457200" rtl="0" algn="l">
              <a:spcBef>
                <a:spcPts val="0"/>
              </a:spcBef>
              <a:spcAft>
                <a:spcPts val="0"/>
              </a:spcAft>
              <a:buSzPts val="1200"/>
              <a:buAutoNum type="arabicPeriod"/>
            </a:pPr>
            <a:r>
              <a:rPr lang="en" sz="1200">
                <a:solidFill>
                  <a:schemeClr val="hlink"/>
                </a:solidFill>
                <a:uFill>
                  <a:noFill/>
                </a:uFill>
                <a:hlinkClick r:id="rId8"/>
              </a:rPr>
              <a:t>Close-up of woman's hand playing the chess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grpSp>
        <p:nvGrpSpPr>
          <p:cNvPr id="1537" name="Google Shape;1537;p69"/>
          <p:cNvGrpSpPr/>
          <p:nvPr/>
        </p:nvGrpSpPr>
        <p:grpSpPr>
          <a:xfrm>
            <a:off x="815900" y="681625"/>
            <a:ext cx="7512200" cy="179100"/>
            <a:chOff x="815900" y="681625"/>
            <a:chExt cx="7512200" cy="179100"/>
          </a:xfrm>
        </p:grpSpPr>
        <p:sp>
          <p:nvSpPr>
            <p:cNvPr id="1538" name="Google Shape;1538;p69"/>
            <p:cNvSpPr/>
            <p:nvPr/>
          </p:nvSpPr>
          <p:spPr>
            <a:xfrm>
              <a:off x="8159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9"/>
            <p:cNvSpPr/>
            <p:nvPr/>
          </p:nvSpPr>
          <p:spPr>
            <a:xfrm>
              <a:off x="8149000" y="681625"/>
              <a:ext cx="179100" cy="179100"/>
            </a:xfrm>
            <a:prstGeom prst="diamond">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43" name="Shape 1543"/>
        <p:cNvGrpSpPr/>
        <p:nvPr/>
      </p:nvGrpSpPr>
      <p:grpSpPr>
        <a:xfrm>
          <a:off x="0" y="0"/>
          <a:ext cx="0" cy="0"/>
          <a:chOff x="0" y="0"/>
          <a:chExt cx="0" cy="0"/>
        </a:xfrm>
      </p:grpSpPr>
      <p:sp>
        <p:nvSpPr>
          <p:cNvPr id="1544" name="Google Shape;1544;p70"/>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100">
                <a:solidFill>
                  <a:srgbClr val="FFFFFF"/>
                </a:solidFill>
              </a:rPr>
              <a:t>In order to use this template, you must credit </a:t>
            </a:r>
            <a:r>
              <a:rPr b="1" lang="en" sz="1100" u="sng">
                <a:solidFill>
                  <a:srgbClr val="869FB2"/>
                </a:solidFill>
                <a:hlinkClick r:id="rId3">
                  <a:extLst>
                    <a:ext uri="{A12FA001-AC4F-418D-AE19-62706E023703}">
                      <ahyp:hlinkClr val="tx"/>
                    </a:ext>
                  </a:extLst>
                </a:hlinkClick>
              </a:rPr>
              <a:t>Slidesgo</a:t>
            </a:r>
            <a:r>
              <a:rPr lang="en" sz="1100">
                <a:solidFill>
                  <a:srgbClr val="435D74"/>
                </a:solidFill>
              </a:rPr>
              <a:t> </a:t>
            </a:r>
            <a:r>
              <a:rPr lang="en" sz="1100">
                <a:solidFill>
                  <a:srgbClr val="FFFFFF"/>
                </a:solidFill>
              </a:rPr>
              <a:t>by keeping the</a:t>
            </a:r>
            <a:r>
              <a:rPr lang="en" sz="1100">
                <a:solidFill>
                  <a:schemeClr val="accent3"/>
                </a:solidFill>
              </a:rPr>
              <a:t> </a:t>
            </a:r>
            <a:r>
              <a:rPr b="1" lang="en" sz="1100" u="sng">
                <a:solidFill>
                  <a:schemeClr val="accent3"/>
                </a:solidFill>
                <a:hlinkClick action="ppaction://hlinksldjump" r:id="rId4">
                  <a:extLst>
                    <a:ext uri="{A12FA001-AC4F-418D-AE19-62706E023703}">
                      <ahyp:hlinkClr val="tx"/>
                    </a:ext>
                  </a:extLst>
                </a:hlinkClick>
              </a:rPr>
              <a:t>Thanks</a:t>
            </a:r>
            <a:r>
              <a:rPr lang="en" sz="1100">
                <a:solidFill>
                  <a:schemeClr val="accent3"/>
                </a:solidFill>
              </a:rPr>
              <a:t> </a:t>
            </a:r>
            <a:r>
              <a:rPr lang="en" sz="1100">
                <a:solidFill>
                  <a:srgbClr val="FFFFFF"/>
                </a:solidFill>
              </a:rPr>
              <a:t>slide.</a:t>
            </a:r>
            <a:endParaRPr sz="11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0" lvl="0" marL="0" rtl="0" algn="l">
              <a:lnSpc>
                <a:spcPct val="115000"/>
              </a:lnSpc>
              <a:spcBef>
                <a:spcPts val="400"/>
              </a:spcBef>
              <a:spcAft>
                <a:spcPts val="0"/>
              </a:spcAft>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None/>
            </a:pPr>
            <a:r>
              <a:rPr lang="en" sz="1000">
                <a:solidFill>
                  <a:srgbClr val="FFFFFF"/>
                </a:solidFill>
              </a:rPr>
              <a:t>- Acquire the copyright of Slidesgo Content.</a:t>
            </a:r>
            <a:endParaRPr sz="1000">
              <a:solidFill>
                <a:srgbClr val="FFFFFF"/>
              </a:solidFill>
            </a:endParaRPr>
          </a:p>
        </p:txBody>
      </p:sp>
      <p:sp>
        <p:nvSpPr>
          <p:cNvPr id="1545" name="Google Shape;1545;p70"/>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a:t>
            </a:r>
            <a:endParaRPr sz="2400">
              <a:solidFill>
                <a:srgbClr val="FFFFFF"/>
              </a:solidFill>
            </a:endParaRPr>
          </a:p>
        </p:txBody>
      </p:sp>
      <p:sp>
        <p:nvSpPr>
          <p:cNvPr id="1546" name="Google Shape;1546;p70"/>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5">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6">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57" name="Shape 1557"/>
        <p:cNvGrpSpPr/>
        <p:nvPr/>
      </p:nvGrpSpPr>
      <p:grpSpPr>
        <a:xfrm>
          <a:off x="0" y="0"/>
          <a:ext cx="0" cy="0"/>
          <a:chOff x="0" y="0"/>
          <a:chExt cx="0" cy="0"/>
        </a:xfrm>
      </p:grpSpPr>
      <p:sp>
        <p:nvSpPr>
          <p:cNvPr id="1558" name="Google Shape;1558;p72"/>
          <p:cNvSpPr txBox="1"/>
          <p:nvPr/>
        </p:nvSpPr>
        <p:spPr>
          <a:xfrm>
            <a:off x="1068100" y="1087849"/>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l">
              <a:lnSpc>
                <a:spcPct val="115000"/>
              </a:lnSpc>
              <a:spcBef>
                <a:spcPts val="0"/>
              </a:spcBef>
              <a:spcAft>
                <a:spcPts val="0"/>
              </a:spcAft>
              <a:buNone/>
            </a:pPr>
            <a:r>
              <a:t/>
            </a:r>
            <a:endParaRPr sz="1300">
              <a:solidFill>
                <a:srgbClr val="435D74"/>
              </a:solidFill>
            </a:endParaRPr>
          </a:p>
        </p:txBody>
      </p:sp>
      <p:sp>
        <p:nvSpPr>
          <p:cNvPr id="1559" name="Google Shape;1559;p72"/>
          <p:cNvSpPr txBox="1"/>
          <p:nvPr/>
        </p:nvSpPr>
        <p:spPr>
          <a:xfrm>
            <a:off x="1068100" y="1610422"/>
            <a:ext cx="7047300" cy="1254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100">
                <a:solidFill>
                  <a:schemeClr val="lt1"/>
                </a:solidFill>
              </a:rPr>
              <a:t>Oranienbaum</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3">
                  <a:extLst>
                    <a:ext uri="{A12FA001-AC4F-418D-AE19-62706E023703}">
                      <ahyp:hlinkClr val="tx"/>
                    </a:ext>
                  </a:extLst>
                </a:hlinkClick>
              </a:rPr>
              <a:t>https://fonts.google.com/specimen/Oranienbaum</a:t>
            </a:r>
            <a:r>
              <a:rPr lang="en" sz="1100">
                <a:solidFill>
                  <a:schemeClr val="lt1"/>
                </a:solidFill>
              </a:rPr>
              <a:t>)</a:t>
            </a:r>
            <a:endParaRPr sz="1100">
              <a:solidFill>
                <a:schemeClr val="lt1"/>
              </a:solidFill>
            </a:endParaRPr>
          </a:p>
          <a:p>
            <a:pPr indent="0" lvl="0" marL="0" rtl="0" algn="ctr">
              <a:lnSpc>
                <a:spcPct val="115000"/>
              </a:lnSpc>
              <a:spcBef>
                <a:spcPts val="0"/>
              </a:spcBef>
              <a:spcAft>
                <a:spcPts val="0"/>
              </a:spcAft>
              <a:buNone/>
            </a:pPr>
            <a:r>
              <a:t/>
            </a:r>
            <a:endParaRPr sz="800">
              <a:solidFill>
                <a:schemeClr val="lt1"/>
              </a:solidFill>
            </a:endParaRPr>
          </a:p>
          <a:p>
            <a:pPr indent="0" lvl="0" marL="0" rtl="0" algn="ctr">
              <a:lnSpc>
                <a:spcPct val="115000"/>
              </a:lnSpc>
              <a:spcBef>
                <a:spcPts val="0"/>
              </a:spcBef>
              <a:spcAft>
                <a:spcPts val="0"/>
              </a:spcAft>
              <a:buNone/>
            </a:pPr>
            <a:r>
              <a:rPr b="1" lang="en" sz="1100">
                <a:solidFill>
                  <a:schemeClr val="lt1"/>
                </a:solidFill>
              </a:rPr>
              <a:t>Anaheim</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4">
                  <a:extLst>
                    <a:ext uri="{A12FA001-AC4F-418D-AE19-62706E023703}">
                      <ahyp:hlinkClr val="tx"/>
                    </a:ext>
                  </a:extLst>
                </a:hlinkClick>
              </a:rPr>
              <a:t>https://fonts.google.com/specimen/Anaheim</a:t>
            </a:r>
            <a:r>
              <a:rPr lang="en" sz="1100">
                <a:solidFill>
                  <a:schemeClr val="lt1"/>
                </a:solidFill>
              </a:rPr>
              <a:t>)</a:t>
            </a:r>
            <a:endParaRPr sz="1100">
              <a:solidFill>
                <a:schemeClr val="lt1"/>
              </a:solidFill>
            </a:endParaRPr>
          </a:p>
        </p:txBody>
      </p:sp>
      <p:sp>
        <p:nvSpPr>
          <p:cNvPr id="1560" name="Google Shape;1560;p72"/>
          <p:cNvSpPr/>
          <p:nvPr/>
        </p:nvSpPr>
        <p:spPr>
          <a:xfrm>
            <a:off x="2583563" y="3212675"/>
            <a:ext cx="791400" cy="754200"/>
          </a:xfrm>
          <a:prstGeom prst="roundRect">
            <a:avLst>
              <a:gd fmla="val 16667" name="adj"/>
            </a:avLst>
          </a:prstGeom>
          <a:solidFill>
            <a:srgbClr val="523E3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72"/>
          <p:cNvSpPr/>
          <p:nvPr/>
        </p:nvSpPr>
        <p:spPr>
          <a:xfrm>
            <a:off x="3645382" y="3212675"/>
            <a:ext cx="791400" cy="754200"/>
          </a:xfrm>
          <a:prstGeom prst="roundRect">
            <a:avLst>
              <a:gd fmla="val 16667" name="adj"/>
            </a:avLst>
          </a:prstGeom>
          <a:solidFill>
            <a:srgbClr val="81635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72"/>
          <p:cNvSpPr/>
          <p:nvPr/>
        </p:nvSpPr>
        <p:spPr>
          <a:xfrm>
            <a:off x="4707202" y="3212675"/>
            <a:ext cx="791400" cy="754200"/>
          </a:xfrm>
          <a:prstGeom prst="roundRect">
            <a:avLst>
              <a:gd fmla="val 16667" name="adj"/>
            </a:avLst>
          </a:prstGeom>
          <a:solidFill>
            <a:srgbClr val="7199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2"/>
          <p:cNvSpPr txBox="1"/>
          <p:nvPr/>
        </p:nvSpPr>
        <p:spPr>
          <a:xfrm>
            <a:off x="2583563" y="33697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#523e32</a:t>
            </a:r>
            <a:endParaRPr sz="1000">
              <a:solidFill>
                <a:srgbClr val="FFFFFF"/>
              </a:solidFill>
            </a:endParaRPr>
          </a:p>
        </p:txBody>
      </p:sp>
      <p:sp>
        <p:nvSpPr>
          <p:cNvPr id="1564" name="Google Shape;1564;p72"/>
          <p:cNvSpPr txBox="1"/>
          <p:nvPr/>
        </p:nvSpPr>
        <p:spPr>
          <a:xfrm>
            <a:off x="3645388" y="33697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#816353</a:t>
            </a:r>
            <a:endParaRPr sz="1000">
              <a:solidFill>
                <a:srgbClr val="FFFFFF"/>
              </a:solidFill>
            </a:endParaRPr>
          </a:p>
        </p:txBody>
      </p:sp>
      <p:sp>
        <p:nvSpPr>
          <p:cNvPr id="1565" name="Google Shape;1565;p72"/>
          <p:cNvSpPr txBox="1"/>
          <p:nvPr/>
        </p:nvSpPr>
        <p:spPr>
          <a:xfrm>
            <a:off x="4707213" y="33697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#719972</a:t>
            </a:r>
            <a:endParaRPr sz="1000">
              <a:solidFill>
                <a:srgbClr val="FFFFFF"/>
              </a:solidFill>
            </a:endParaRPr>
          </a:p>
        </p:txBody>
      </p:sp>
      <p:sp>
        <p:nvSpPr>
          <p:cNvPr id="1566" name="Google Shape;1566;p72"/>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Fonts &amp; colors used</a:t>
            </a:r>
            <a:endParaRPr sz="2400">
              <a:solidFill>
                <a:srgbClr val="FFFFFF"/>
              </a:solidFill>
            </a:endParaRPr>
          </a:p>
        </p:txBody>
      </p:sp>
      <p:sp>
        <p:nvSpPr>
          <p:cNvPr id="1567" name="Google Shape;1567;p72"/>
          <p:cNvSpPr/>
          <p:nvPr/>
        </p:nvSpPr>
        <p:spPr>
          <a:xfrm>
            <a:off x="5769038" y="3212675"/>
            <a:ext cx="791400" cy="754200"/>
          </a:xfrm>
          <a:prstGeom prst="roundRect">
            <a:avLst>
              <a:gd fmla="val 16667" name="adj"/>
            </a:avLst>
          </a:prstGeom>
          <a:solidFill>
            <a:srgbClr val="F7F0E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72"/>
          <p:cNvSpPr txBox="1"/>
          <p:nvPr/>
        </p:nvSpPr>
        <p:spPr>
          <a:xfrm>
            <a:off x="5769038" y="33697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#f7f0e0</a:t>
            </a:r>
            <a:endParaRPr sz="10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72" name="Shape 1572"/>
        <p:cNvGrpSpPr/>
        <p:nvPr/>
      </p:nvGrpSpPr>
      <p:grpSpPr>
        <a:xfrm>
          <a:off x="0" y="0"/>
          <a:ext cx="0" cy="0"/>
          <a:chOff x="0" y="0"/>
          <a:chExt cx="0" cy="0"/>
        </a:xfrm>
      </p:grpSpPr>
      <p:sp>
        <p:nvSpPr>
          <p:cNvPr id="1573" name="Google Shape;1573;p73"/>
          <p:cNvSpPr txBox="1"/>
          <p:nvPr/>
        </p:nvSpPr>
        <p:spPr>
          <a:xfrm>
            <a:off x="1252425" y="1086401"/>
            <a:ext cx="6630900" cy="852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Create your Story with our illustrated concepts. Choose the style you like the most, edit its colors, pick the background and layers you want to show and bring them to life with the animator panel! It will boost your presentation. Check out</a:t>
            </a:r>
            <a:r>
              <a:rPr lang="en" sz="1100">
                <a:solidFill>
                  <a:srgbClr val="869FB2"/>
                </a:solidFill>
              </a:rPr>
              <a:t> </a:t>
            </a:r>
            <a:r>
              <a:rPr lang="en" sz="1100">
                <a:solidFill>
                  <a:srgbClr val="869FB2"/>
                </a:solidFill>
                <a:uFill>
                  <a:noFill/>
                </a:uFill>
                <a:hlinkClick r:id="rId3">
                  <a:extLst>
                    <a:ext uri="{A12FA001-AC4F-418D-AE19-62706E023703}">
                      <ahyp:hlinkClr val="tx"/>
                    </a:ext>
                  </a:extLst>
                </a:hlinkClick>
              </a:rPr>
              <a:t>How it Works.</a:t>
            </a:r>
            <a:endParaRPr sz="1100">
              <a:solidFill>
                <a:srgbClr val="869FB2"/>
              </a:solidFill>
            </a:endParaRPr>
          </a:p>
        </p:txBody>
      </p:sp>
      <p:pic>
        <p:nvPicPr>
          <p:cNvPr id="1574" name="Google Shape;1574;p73"/>
          <p:cNvPicPr preferRelativeResize="0"/>
          <p:nvPr/>
        </p:nvPicPr>
        <p:blipFill rotWithShape="1">
          <a:blip r:embed="rId4">
            <a:alphaModFix/>
          </a:blip>
          <a:srcRect b="16547" l="0" r="0" t="16541"/>
          <a:stretch/>
        </p:blipFill>
        <p:spPr>
          <a:xfrm>
            <a:off x="510820" y="2688639"/>
            <a:ext cx="1606719" cy="1075073"/>
          </a:xfrm>
          <a:prstGeom prst="rect">
            <a:avLst/>
          </a:prstGeom>
          <a:noFill/>
          <a:ln>
            <a:noFill/>
          </a:ln>
        </p:spPr>
      </p:pic>
      <p:sp>
        <p:nvSpPr>
          <p:cNvPr id="1575" name="Google Shape;1575;p73">
            <a:hlinkClick r:id="rId5"/>
          </p:cNvPr>
          <p:cNvSpPr txBox="1"/>
          <p:nvPr/>
        </p:nvSpPr>
        <p:spPr>
          <a:xfrm>
            <a:off x="678041"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6">
                  <a:extLst>
                    <a:ext uri="{A12FA001-AC4F-418D-AE19-62706E023703}">
                      <ahyp:hlinkClr val="tx"/>
                    </a:ext>
                  </a:extLst>
                </a:hlinkClick>
              </a:rPr>
              <a:t>Pana</a:t>
            </a:r>
            <a:endParaRPr>
              <a:solidFill>
                <a:srgbClr val="869FB2"/>
              </a:solidFill>
            </a:endParaRPr>
          </a:p>
        </p:txBody>
      </p:sp>
      <p:sp>
        <p:nvSpPr>
          <p:cNvPr id="1576" name="Google Shape;1576;p73">
            <a:hlinkClick r:id="rId7"/>
          </p:cNvPr>
          <p:cNvSpPr txBox="1"/>
          <p:nvPr/>
        </p:nvSpPr>
        <p:spPr>
          <a:xfrm>
            <a:off x="2289219"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8">
                  <a:extLst>
                    <a:ext uri="{A12FA001-AC4F-418D-AE19-62706E023703}">
                      <ahyp:hlinkClr val="tx"/>
                    </a:ext>
                  </a:extLst>
                </a:hlinkClick>
              </a:rPr>
              <a:t>Amico</a:t>
            </a:r>
            <a:endParaRPr>
              <a:solidFill>
                <a:srgbClr val="869FB2"/>
              </a:solidFill>
            </a:endParaRPr>
          </a:p>
        </p:txBody>
      </p:sp>
      <p:sp>
        <p:nvSpPr>
          <p:cNvPr id="1577" name="Google Shape;1577;p73">
            <a:hlinkClick r:id="rId9"/>
          </p:cNvPr>
          <p:cNvSpPr txBox="1"/>
          <p:nvPr/>
        </p:nvSpPr>
        <p:spPr>
          <a:xfrm>
            <a:off x="3900404"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0">
                  <a:extLst>
                    <a:ext uri="{A12FA001-AC4F-418D-AE19-62706E023703}">
                      <ahyp:hlinkClr val="tx"/>
                    </a:ext>
                  </a:extLst>
                </a:hlinkClick>
              </a:rPr>
              <a:t>Bro</a:t>
            </a:r>
            <a:endParaRPr>
              <a:solidFill>
                <a:srgbClr val="869FB2"/>
              </a:solidFill>
            </a:endParaRPr>
          </a:p>
        </p:txBody>
      </p:sp>
      <p:sp>
        <p:nvSpPr>
          <p:cNvPr id="1578" name="Google Shape;1578;p73">
            <a:hlinkClick r:id="rId11"/>
          </p:cNvPr>
          <p:cNvSpPr txBox="1"/>
          <p:nvPr/>
        </p:nvSpPr>
        <p:spPr>
          <a:xfrm>
            <a:off x="5511563"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2">
                  <a:extLst>
                    <a:ext uri="{A12FA001-AC4F-418D-AE19-62706E023703}">
                      <ahyp:hlinkClr val="tx"/>
                    </a:ext>
                  </a:extLst>
                </a:hlinkClick>
              </a:rPr>
              <a:t>Rafiki</a:t>
            </a:r>
            <a:endParaRPr>
              <a:solidFill>
                <a:srgbClr val="869FB2"/>
              </a:solidFill>
            </a:endParaRPr>
          </a:p>
        </p:txBody>
      </p:sp>
      <p:pic>
        <p:nvPicPr>
          <p:cNvPr id="1579" name="Google Shape;1579;p73"/>
          <p:cNvPicPr preferRelativeResize="0"/>
          <p:nvPr/>
        </p:nvPicPr>
        <p:blipFill rotWithShape="1">
          <a:blip r:embed="rId13">
            <a:alphaModFix/>
          </a:blip>
          <a:srcRect b="0" l="0" r="0" t="0"/>
          <a:stretch/>
        </p:blipFill>
        <p:spPr>
          <a:xfrm>
            <a:off x="2255077" y="2410850"/>
            <a:ext cx="1340595" cy="1340603"/>
          </a:xfrm>
          <a:prstGeom prst="rect">
            <a:avLst/>
          </a:prstGeom>
          <a:noFill/>
          <a:ln>
            <a:noFill/>
          </a:ln>
        </p:spPr>
      </p:pic>
      <p:pic>
        <p:nvPicPr>
          <p:cNvPr id="1580" name="Google Shape;1580;p73"/>
          <p:cNvPicPr preferRelativeResize="0"/>
          <p:nvPr/>
        </p:nvPicPr>
        <p:blipFill rotWithShape="1">
          <a:blip r:embed="rId14">
            <a:alphaModFix/>
          </a:blip>
          <a:srcRect b="8855" l="4195" r="4213" t="11228"/>
          <a:stretch/>
        </p:blipFill>
        <p:spPr>
          <a:xfrm>
            <a:off x="3774275" y="2532512"/>
            <a:ext cx="1448304" cy="1263588"/>
          </a:xfrm>
          <a:prstGeom prst="rect">
            <a:avLst/>
          </a:prstGeom>
          <a:noFill/>
          <a:ln>
            <a:noFill/>
          </a:ln>
        </p:spPr>
      </p:pic>
      <p:pic>
        <p:nvPicPr>
          <p:cNvPr id="1581" name="Google Shape;1581;p73"/>
          <p:cNvPicPr preferRelativeResize="0"/>
          <p:nvPr/>
        </p:nvPicPr>
        <p:blipFill rotWithShape="1">
          <a:blip r:embed="rId15">
            <a:alphaModFix/>
          </a:blip>
          <a:srcRect b="11946" l="0" r="0" t="6568"/>
          <a:stretch/>
        </p:blipFill>
        <p:spPr>
          <a:xfrm>
            <a:off x="5347337" y="2581527"/>
            <a:ext cx="1448284" cy="1180164"/>
          </a:xfrm>
          <a:prstGeom prst="rect">
            <a:avLst/>
          </a:prstGeom>
          <a:noFill/>
          <a:ln>
            <a:noFill/>
          </a:ln>
        </p:spPr>
      </p:pic>
      <p:pic>
        <p:nvPicPr>
          <p:cNvPr id="1582" name="Google Shape;1582;p73"/>
          <p:cNvPicPr preferRelativeResize="0"/>
          <p:nvPr/>
        </p:nvPicPr>
        <p:blipFill rotWithShape="1">
          <a:blip r:embed="rId16">
            <a:alphaModFix/>
          </a:blip>
          <a:srcRect b="17968" l="0" r="0" t="11709"/>
          <a:stretch/>
        </p:blipFill>
        <p:spPr>
          <a:xfrm>
            <a:off x="6836257" y="2523903"/>
            <a:ext cx="1796923" cy="1263600"/>
          </a:xfrm>
          <a:prstGeom prst="rect">
            <a:avLst/>
          </a:prstGeom>
          <a:noFill/>
          <a:ln>
            <a:noFill/>
          </a:ln>
        </p:spPr>
      </p:pic>
      <p:sp>
        <p:nvSpPr>
          <p:cNvPr id="1583" name="Google Shape;1583;p73">
            <a:hlinkClick r:id="rId17"/>
          </p:cNvPr>
          <p:cNvSpPr txBox="1"/>
          <p:nvPr/>
        </p:nvSpPr>
        <p:spPr>
          <a:xfrm>
            <a:off x="7122738"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8">
                  <a:extLst>
                    <a:ext uri="{A12FA001-AC4F-418D-AE19-62706E023703}">
                      <ahyp:hlinkClr val="tx"/>
                    </a:ext>
                  </a:extLst>
                </a:hlinkClick>
              </a:rPr>
              <a:t>Cuate</a:t>
            </a:r>
            <a:endParaRPr>
              <a:solidFill>
                <a:srgbClr val="869FB2"/>
              </a:solidFill>
            </a:endParaRPr>
          </a:p>
        </p:txBody>
      </p:sp>
      <p:sp>
        <p:nvSpPr>
          <p:cNvPr id="1584" name="Google Shape;1584;p73"/>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Storyset</a:t>
            </a:r>
            <a:endParaRPr sz="2400">
              <a:solidFill>
                <a:srgbClr val="FFFF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88" name="Shape 1588"/>
        <p:cNvGrpSpPr/>
        <p:nvPr/>
      </p:nvGrpSpPr>
      <p:grpSpPr>
        <a:xfrm>
          <a:off x="0" y="0"/>
          <a:ext cx="0" cy="0"/>
          <a:chOff x="0" y="0"/>
          <a:chExt cx="0" cy="0"/>
        </a:xfrm>
      </p:grpSpPr>
      <p:grpSp>
        <p:nvGrpSpPr>
          <p:cNvPr id="1589" name="Google Shape;1589;p74"/>
          <p:cNvGrpSpPr/>
          <p:nvPr/>
        </p:nvGrpSpPr>
        <p:grpSpPr>
          <a:xfrm>
            <a:off x="5082708" y="3095784"/>
            <a:ext cx="442841" cy="514271"/>
            <a:chOff x="4727025" y="1332775"/>
            <a:chExt cx="59900" cy="69625"/>
          </a:xfrm>
        </p:grpSpPr>
        <p:sp>
          <p:nvSpPr>
            <p:cNvPr id="1590" name="Google Shape;1590;p74"/>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4"/>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2" name="Google Shape;1592;p74"/>
          <p:cNvGrpSpPr/>
          <p:nvPr/>
        </p:nvGrpSpPr>
        <p:grpSpPr>
          <a:xfrm>
            <a:off x="5758025" y="2343272"/>
            <a:ext cx="500909" cy="500899"/>
            <a:chOff x="4820425" y="1329900"/>
            <a:chExt cx="70175" cy="70350"/>
          </a:xfrm>
        </p:grpSpPr>
        <p:sp>
          <p:nvSpPr>
            <p:cNvPr id="1593" name="Google Shape;1593;p74"/>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74"/>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74"/>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74"/>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7" name="Google Shape;1597;p74"/>
          <p:cNvGrpSpPr/>
          <p:nvPr/>
        </p:nvGrpSpPr>
        <p:grpSpPr>
          <a:xfrm>
            <a:off x="6410648" y="2355062"/>
            <a:ext cx="538135" cy="493119"/>
            <a:chOff x="4903200" y="1331525"/>
            <a:chExt cx="73575" cy="67425"/>
          </a:xfrm>
        </p:grpSpPr>
        <p:sp>
          <p:nvSpPr>
            <p:cNvPr id="1598" name="Google Shape;1598;p74"/>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9" name="Google Shape;1599;p74"/>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0" name="Google Shape;1600;p74"/>
          <p:cNvGrpSpPr/>
          <p:nvPr/>
        </p:nvGrpSpPr>
        <p:grpSpPr>
          <a:xfrm>
            <a:off x="5670599" y="3097040"/>
            <a:ext cx="544563" cy="511895"/>
            <a:chOff x="4815575" y="1416800"/>
            <a:chExt cx="73750" cy="71400"/>
          </a:xfrm>
        </p:grpSpPr>
        <p:sp>
          <p:nvSpPr>
            <p:cNvPr id="1601" name="Google Shape;1601;p74"/>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74"/>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74"/>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4" name="Google Shape;1604;p74"/>
          <p:cNvGrpSpPr/>
          <p:nvPr/>
        </p:nvGrpSpPr>
        <p:grpSpPr>
          <a:xfrm>
            <a:off x="6367224" y="3096746"/>
            <a:ext cx="602914" cy="512477"/>
            <a:chOff x="4902475" y="1418875"/>
            <a:chExt cx="74500" cy="63775"/>
          </a:xfrm>
        </p:grpSpPr>
        <p:sp>
          <p:nvSpPr>
            <p:cNvPr id="1605" name="Google Shape;1605;p74"/>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4"/>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7" name="Google Shape;1607;p74"/>
          <p:cNvGrpSpPr/>
          <p:nvPr/>
        </p:nvGrpSpPr>
        <p:grpSpPr>
          <a:xfrm>
            <a:off x="5783096" y="3835985"/>
            <a:ext cx="515391" cy="525699"/>
            <a:chOff x="4818100" y="1507675"/>
            <a:chExt cx="71225" cy="71625"/>
          </a:xfrm>
        </p:grpSpPr>
        <p:sp>
          <p:nvSpPr>
            <p:cNvPr id="1608" name="Google Shape;1608;p74"/>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4"/>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74"/>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4"/>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2" name="Google Shape;1612;p74"/>
          <p:cNvGrpSpPr/>
          <p:nvPr/>
        </p:nvGrpSpPr>
        <p:grpSpPr>
          <a:xfrm>
            <a:off x="5121199" y="3857517"/>
            <a:ext cx="522956" cy="489869"/>
            <a:chOff x="4721450" y="1509475"/>
            <a:chExt cx="79350" cy="74325"/>
          </a:xfrm>
        </p:grpSpPr>
        <p:sp>
          <p:nvSpPr>
            <p:cNvPr id="1613" name="Google Shape;1613;p74"/>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74"/>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74"/>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74"/>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7" name="Google Shape;1617;p74"/>
          <p:cNvGrpSpPr/>
          <p:nvPr/>
        </p:nvGrpSpPr>
        <p:grpSpPr>
          <a:xfrm>
            <a:off x="6444441" y="3837269"/>
            <a:ext cx="525704" cy="535436"/>
            <a:chOff x="4906800" y="1507500"/>
            <a:chExt cx="70350" cy="71075"/>
          </a:xfrm>
        </p:grpSpPr>
        <p:sp>
          <p:nvSpPr>
            <p:cNvPr id="1618" name="Google Shape;1618;p74"/>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74"/>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4"/>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74"/>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74"/>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3" name="Google Shape;1623;p74"/>
          <p:cNvGrpSpPr/>
          <p:nvPr/>
        </p:nvGrpSpPr>
        <p:grpSpPr>
          <a:xfrm>
            <a:off x="4477263" y="2343250"/>
            <a:ext cx="508054" cy="508095"/>
            <a:chOff x="3736598" y="2170606"/>
            <a:chExt cx="404889" cy="404889"/>
          </a:xfrm>
        </p:grpSpPr>
        <p:sp>
          <p:nvSpPr>
            <p:cNvPr id="1624" name="Google Shape;1624;p74"/>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74"/>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74"/>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74"/>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8" name="Google Shape;1628;p74"/>
          <p:cNvGrpSpPr/>
          <p:nvPr/>
        </p:nvGrpSpPr>
        <p:grpSpPr>
          <a:xfrm>
            <a:off x="3765303" y="2343345"/>
            <a:ext cx="575790" cy="507904"/>
            <a:chOff x="3161917" y="2170682"/>
            <a:chExt cx="458870" cy="404737"/>
          </a:xfrm>
        </p:grpSpPr>
        <p:sp>
          <p:nvSpPr>
            <p:cNvPr id="1629" name="Google Shape;1629;p74"/>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0" name="Google Shape;1630;p74"/>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74"/>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2" name="Google Shape;1632;p74"/>
          <p:cNvGrpSpPr/>
          <p:nvPr/>
        </p:nvGrpSpPr>
        <p:grpSpPr>
          <a:xfrm>
            <a:off x="3792833" y="3103717"/>
            <a:ext cx="520730" cy="498567"/>
            <a:chOff x="3179914" y="2889488"/>
            <a:chExt cx="422876" cy="404911"/>
          </a:xfrm>
        </p:grpSpPr>
        <p:sp>
          <p:nvSpPr>
            <p:cNvPr id="1633" name="Google Shape;1633;p74"/>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4"/>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4"/>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4"/>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74"/>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74"/>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74"/>
          <p:cNvGrpSpPr/>
          <p:nvPr/>
        </p:nvGrpSpPr>
        <p:grpSpPr>
          <a:xfrm>
            <a:off x="4421513" y="3103677"/>
            <a:ext cx="516145" cy="498648"/>
            <a:chOff x="3729467" y="2889422"/>
            <a:chExt cx="419153" cy="404977"/>
          </a:xfrm>
        </p:grpSpPr>
        <p:sp>
          <p:nvSpPr>
            <p:cNvPr id="1640" name="Google Shape;1640;p74"/>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4"/>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74"/>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4"/>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74"/>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4"/>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74"/>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7" name="Google Shape;1647;p74"/>
          <p:cNvSpPr/>
          <p:nvPr/>
        </p:nvSpPr>
        <p:spPr>
          <a:xfrm>
            <a:off x="7439738" y="23506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4"/>
          <p:cNvSpPr/>
          <p:nvPr/>
        </p:nvSpPr>
        <p:spPr>
          <a:xfrm>
            <a:off x="7139193" y="23330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4"/>
          <p:cNvSpPr/>
          <p:nvPr/>
        </p:nvSpPr>
        <p:spPr>
          <a:xfrm>
            <a:off x="7761482" y="23395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74"/>
          <p:cNvSpPr/>
          <p:nvPr/>
        </p:nvSpPr>
        <p:spPr>
          <a:xfrm>
            <a:off x="8056187" y="23330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1" name="Google Shape;1651;p74"/>
          <p:cNvGrpSpPr/>
          <p:nvPr/>
        </p:nvGrpSpPr>
        <p:grpSpPr>
          <a:xfrm>
            <a:off x="7141841" y="2550562"/>
            <a:ext cx="166473" cy="141497"/>
            <a:chOff x="4660325" y="1866850"/>
            <a:chExt cx="68350" cy="58100"/>
          </a:xfrm>
        </p:grpSpPr>
        <p:sp>
          <p:nvSpPr>
            <p:cNvPr id="1652" name="Google Shape;1652;p74"/>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4"/>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74"/>
          <p:cNvGrpSpPr/>
          <p:nvPr/>
        </p:nvGrpSpPr>
        <p:grpSpPr>
          <a:xfrm>
            <a:off x="7451186" y="2576286"/>
            <a:ext cx="162515" cy="90049"/>
            <a:chOff x="4791775" y="1877500"/>
            <a:chExt cx="66725" cy="36975"/>
          </a:xfrm>
        </p:grpSpPr>
        <p:sp>
          <p:nvSpPr>
            <p:cNvPr id="1655" name="Google Shape;1655;p74"/>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4"/>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7" name="Google Shape;1657;p74"/>
          <p:cNvGrpSpPr/>
          <p:nvPr/>
        </p:nvGrpSpPr>
        <p:grpSpPr>
          <a:xfrm>
            <a:off x="7772899" y="2576286"/>
            <a:ext cx="144979" cy="90049"/>
            <a:chOff x="4923925" y="1877500"/>
            <a:chExt cx="59525" cy="36975"/>
          </a:xfrm>
        </p:grpSpPr>
        <p:sp>
          <p:nvSpPr>
            <p:cNvPr id="1658" name="Google Shape;1658;p74"/>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74"/>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0" name="Google Shape;1660;p74"/>
          <p:cNvGrpSpPr/>
          <p:nvPr/>
        </p:nvGrpSpPr>
        <p:grpSpPr>
          <a:xfrm>
            <a:off x="8067390" y="2558477"/>
            <a:ext cx="141447" cy="125667"/>
            <a:chOff x="5058450" y="1870100"/>
            <a:chExt cx="58075" cy="51600"/>
          </a:xfrm>
        </p:grpSpPr>
        <p:sp>
          <p:nvSpPr>
            <p:cNvPr id="1661" name="Google Shape;1661;p74"/>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4"/>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3" name="Google Shape;1663;p74"/>
          <p:cNvGrpSpPr/>
          <p:nvPr/>
        </p:nvGrpSpPr>
        <p:grpSpPr>
          <a:xfrm>
            <a:off x="7481905" y="2980885"/>
            <a:ext cx="101077" cy="107645"/>
            <a:chOff x="4811425" y="2065025"/>
            <a:chExt cx="41500" cy="44200"/>
          </a:xfrm>
        </p:grpSpPr>
        <p:sp>
          <p:nvSpPr>
            <p:cNvPr id="1664" name="Google Shape;1664;p74"/>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74"/>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74"/>
          <p:cNvGrpSpPr/>
          <p:nvPr/>
        </p:nvGrpSpPr>
        <p:grpSpPr>
          <a:xfrm>
            <a:off x="7774342" y="2981098"/>
            <a:ext cx="120867" cy="107218"/>
            <a:chOff x="4929875" y="2065025"/>
            <a:chExt cx="49625" cy="44025"/>
          </a:xfrm>
        </p:grpSpPr>
        <p:sp>
          <p:nvSpPr>
            <p:cNvPr id="1667" name="Google Shape;1667;p74"/>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74"/>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9" name="Google Shape;1669;p74"/>
          <p:cNvGrpSpPr/>
          <p:nvPr/>
        </p:nvGrpSpPr>
        <p:grpSpPr>
          <a:xfrm>
            <a:off x="8103011" y="2984112"/>
            <a:ext cx="70206" cy="101191"/>
            <a:chOff x="5083925" y="2066350"/>
            <a:chExt cx="28825" cy="41550"/>
          </a:xfrm>
        </p:grpSpPr>
        <p:sp>
          <p:nvSpPr>
            <p:cNvPr id="1670" name="Google Shape;1670;p74"/>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74"/>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2" name="Google Shape;1672;p74"/>
          <p:cNvGrpSpPr/>
          <p:nvPr/>
        </p:nvGrpSpPr>
        <p:grpSpPr>
          <a:xfrm>
            <a:off x="7134565" y="2999759"/>
            <a:ext cx="181026" cy="69896"/>
            <a:chOff x="4659775" y="2072775"/>
            <a:chExt cx="74325" cy="28700"/>
          </a:xfrm>
        </p:grpSpPr>
        <p:sp>
          <p:nvSpPr>
            <p:cNvPr id="1673" name="Google Shape;1673;p74"/>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74"/>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74"/>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6" name="Google Shape;1676;p74"/>
          <p:cNvGrpSpPr/>
          <p:nvPr/>
        </p:nvGrpSpPr>
        <p:grpSpPr>
          <a:xfrm>
            <a:off x="8054421" y="2790324"/>
            <a:ext cx="167387" cy="89197"/>
            <a:chOff x="4662475" y="1976500"/>
            <a:chExt cx="68725" cy="36625"/>
          </a:xfrm>
        </p:grpSpPr>
        <p:sp>
          <p:nvSpPr>
            <p:cNvPr id="1677" name="Google Shape;1677;p74"/>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74"/>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4"/>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0" name="Google Shape;1680;p74"/>
          <p:cNvGrpSpPr/>
          <p:nvPr/>
        </p:nvGrpSpPr>
        <p:grpSpPr>
          <a:xfrm>
            <a:off x="7751326" y="2793764"/>
            <a:ext cx="166899" cy="82317"/>
            <a:chOff x="4920150" y="1977875"/>
            <a:chExt cx="68525" cy="33800"/>
          </a:xfrm>
        </p:grpSpPr>
        <p:sp>
          <p:nvSpPr>
            <p:cNvPr id="1681" name="Google Shape;1681;p74"/>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74"/>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4"/>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4" name="Google Shape;1684;p74"/>
          <p:cNvGrpSpPr/>
          <p:nvPr/>
        </p:nvGrpSpPr>
        <p:grpSpPr>
          <a:xfrm>
            <a:off x="7162483" y="3197682"/>
            <a:ext cx="125190" cy="127859"/>
            <a:chOff x="4676550" y="2160575"/>
            <a:chExt cx="51400" cy="52500"/>
          </a:xfrm>
        </p:grpSpPr>
        <p:sp>
          <p:nvSpPr>
            <p:cNvPr id="1685" name="Google Shape;1685;p74"/>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4"/>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4"/>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8" name="Google Shape;1688;p74"/>
          <p:cNvGrpSpPr/>
          <p:nvPr/>
        </p:nvGrpSpPr>
        <p:grpSpPr>
          <a:xfrm>
            <a:off x="7459741" y="3204714"/>
            <a:ext cx="145405" cy="113794"/>
            <a:chOff x="4768325" y="2163475"/>
            <a:chExt cx="59700" cy="46725"/>
          </a:xfrm>
        </p:grpSpPr>
        <p:sp>
          <p:nvSpPr>
            <p:cNvPr id="1689" name="Google Shape;1689;p74"/>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4"/>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1" name="Google Shape;1691;p74"/>
          <p:cNvSpPr/>
          <p:nvPr/>
        </p:nvSpPr>
        <p:spPr>
          <a:xfrm>
            <a:off x="7791696" y="31962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4"/>
          <p:cNvSpPr/>
          <p:nvPr/>
        </p:nvSpPr>
        <p:spPr>
          <a:xfrm>
            <a:off x="8064072" y="42033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4"/>
          <p:cNvSpPr/>
          <p:nvPr/>
        </p:nvSpPr>
        <p:spPr>
          <a:xfrm>
            <a:off x="7165528" y="34315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74"/>
          <p:cNvSpPr/>
          <p:nvPr/>
        </p:nvSpPr>
        <p:spPr>
          <a:xfrm>
            <a:off x="7133499" y="42191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4"/>
          <p:cNvSpPr/>
          <p:nvPr/>
        </p:nvSpPr>
        <p:spPr>
          <a:xfrm>
            <a:off x="7150823" y="37007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4"/>
          <p:cNvSpPr/>
          <p:nvPr/>
        </p:nvSpPr>
        <p:spPr>
          <a:xfrm>
            <a:off x="7784572" y="36826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7" name="Google Shape;1697;p74"/>
          <p:cNvGrpSpPr/>
          <p:nvPr/>
        </p:nvGrpSpPr>
        <p:grpSpPr>
          <a:xfrm>
            <a:off x="7476059" y="3459808"/>
            <a:ext cx="112768" cy="106853"/>
            <a:chOff x="4768575" y="2253950"/>
            <a:chExt cx="46300" cy="43875"/>
          </a:xfrm>
        </p:grpSpPr>
        <p:sp>
          <p:nvSpPr>
            <p:cNvPr id="1698" name="Google Shape;1698;p74"/>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4"/>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0" name="Google Shape;1700;p74"/>
          <p:cNvGrpSpPr/>
          <p:nvPr/>
        </p:nvGrpSpPr>
        <p:grpSpPr>
          <a:xfrm>
            <a:off x="7775682" y="3948834"/>
            <a:ext cx="118187" cy="146246"/>
            <a:chOff x="4960900" y="2433225"/>
            <a:chExt cx="48525" cy="60050"/>
          </a:xfrm>
        </p:grpSpPr>
        <p:sp>
          <p:nvSpPr>
            <p:cNvPr id="1701" name="Google Shape;1701;p74"/>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4"/>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3" name="Google Shape;1703;p74"/>
          <p:cNvGrpSpPr/>
          <p:nvPr/>
        </p:nvGrpSpPr>
        <p:grpSpPr>
          <a:xfrm>
            <a:off x="7464247" y="4212895"/>
            <a:ext cx="136394" cy="143810"/>
            <a:chOff x="4854075" y="2527625"/>
            <a:chExt cx="56000" cy="59050"/>
          </a:xfrm>
        </p:grpSpPr>
        <p:sp>
          <p:nvSpPr>
            <p:cNvPr id="1704" name="Google Shape;1704;p74"/>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4"/>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6" name="Google Shape;1706;p74"/>
          <p:cNvSpPr/>
          <p:nvPr/>
        </p:nvSpPr>
        <p:spPr>
          <a:xfrm>
            <a:off x="7479500" y="39556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4"/>
          <p:cNvSpPr/>
          <p:nvPr/>
        </p:nvSpPr>
        <p:spPr>
          <a:xfrm>
            <a:off x="8058166" y="31952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74"/>
          <p:cNvSpPr/>
          <p:nvPr/>
        </p:nvSpPr>
        <p:spPr>
          <a:xfrm>
            <a:off x="7157429" y="39556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9" name="Google Shape;1709;p74"/>
          <p:cNvGrpSpPr/>
          <p:nvPr/>
        </p:nvGrpSpPr>
        <p:grpSpPr>
          <a:xfrm>
            <a:off x="8088458" y="3676639"/>
            <a:ext cx="99312" cy="160797"/>
            <a:chOff x="5059700" y="2334775"/>
            <a:chExt cx="40775" cy="66025"/>
          </a:xfrm>
        </p:grpSpPr>
        <p:sp>
          <p:nvSpPr>
            <p:cNvPr id="1710" name="Google Shape;1710;p74"/>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4"/>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4"/>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74"/>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4"/>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4"/>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4"/>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4"/>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4"/>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9" name="Google Shape;1719;p74"/>
          <p:cNvGrpSpPr/>
          <p:nvPr/>
        </p:nvGrpSpPr>
        <p:grpSpPr>
          <a:xfrm>
            <a:off x="8045622" y="3941771"/>
            <a:ext cx="184984" cy="160371"/>
            <a:chOff x="5037700" y="2430325"/>
            <a:chExt cx="75950" cy="65850"/>
          </a:xfrm>
        </p:grpSpPr>
        <p:sp>
          <p:nvSpPr>
            <p:cNvPr id="1720" name="Google Shape;1720;p74"/>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4"/>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2" name="Google Shape;1722;p74"/>
          <p:cNvGrpSpPr/>
          <p:nvPr/>
        </p:nvGrpSpPr>
        <p:grpSpPr>
          <a:xfrm>
            <a:off x="7465128" y="3708223"/>
            <a:ext cx="173014" cy="97629"/>
            <a:chOff x="4756975" y="2341800"/>
            <a:chExt cx="91975" cy="51925"/>
          </a:xfrm>
        </p:grpSpPr>
        <p:sp>
          <p:nvSpPr>
            <p:cNvPr id="1723" name="Google Shape;1723;p74"/>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4"/>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74"/>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4"/>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4"/>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4"/>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4"/>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74"/>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4"/>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4"/>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4"/>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4"/>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4"/>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4"/>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4"/>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4"/>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74"/>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74"/>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4"/>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74"/>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3" name="Google Shape;1743;p74"/>
          <p:cNvGrpSpPr/>
          <p:nvPr/>
        </p:nvGrpSpPr>
        <p:grpSpPr>
          <a:xfrm>
            <a:off x="7732065" y="4196920"/>
            <a:ext cx="212497" cy="175761"/>
            <a:chOff x="4943575" y="2516350"/>
            <a:chExt cx="98675" cy="81700"/>
          </a:xfrm>
        </p:grpSpPr>
        <p:sp>
          <p:nvSpPr>
            <p:cNvPr id="1744" name="Google Shape;1744;p74"/>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4"/>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74"/>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4"/>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4"/>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4"/>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4"/>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4"/>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4"/>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4"/>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4"/>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4"/>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74"/>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4"/>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4"/>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74"/>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74"/>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74"/>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4"/>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74"/>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74"/>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4"/>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4"/>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74"/>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4"/>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4"/>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4"/>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4"/>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4"/>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4"/>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4"/>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4"/>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4"/>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4"/>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4"/>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74"/>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74"/>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74"/>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4"/>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4"/>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4"/>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4"/>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74"/>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4"/>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4"/>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74"/>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4"/>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74"/>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4"/>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74"/>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74"/>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74"/>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4"/>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4"/>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4"/>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4"/>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4"/>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74"/>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4"/>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74"/>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74"/>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4"/>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74"/>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74"/>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4"/>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4"/>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4"/>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74"/>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4"/>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4"/>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4"/>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4"/>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4"/>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4"/>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4"/>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4"/>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4"/>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4"/>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2" name="Google Shape;1822;p74"/>
          <p:cNvGrpSpPr/>
          <p:nvPr/>
        </p:nvGrpSpPr>
        <p:grpSpPr>
          <a:xfrm>
            <a:off x="1990126" y="3423163"/>
            <a:ext cx="965351" cy="134611"/>
            <a:chOff x="4411970" y="2962952"/>
            <a:chExt cx="706544" cy="104212"/>
          </a:xfrm>
        </p:grpSpPr>
        <p:sp>
          <p:nvSpPr>
            <p:cNvPr id="1823" name="Google Shape;1823;p74"/>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4"/>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4"/>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4"/>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7" name="Google Shape;1827;p74"/>
          <p:cNvGrpSpPr/>
          <p:nvPr/>
        </p:nvGrpSpPr>
        <p:grpSpPr>
          <a:xfrm>
            <a:off x="1990126" y="3012077"/>
            <a:ext cx="960158" cy="289172"/>
            <a:chOff x="4411970" y="2726085"/>
            <a:chExt cx="643107" cy="193659"/>
          </a:xfrm>
        </p:grpSpPr>
        <p:sp>
          <p:nvSpPr>
            <p:cNvPr id="1828" name="Google Shape;1828;p74"/>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74"/>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4"/>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1" name="Google Shape;1831;p74"/>
          <p:cNvGrpSpPr/>
          <p:nvPr/>
        </p:nvGrpSpPr>
        <p:grpSpPr>
          <a:xfrm>
            <a:off x="993018" y="3278187"/>
            <a:ext cx="833173" cy="259209"/>
            <a:chOff x="4411970" y="4340222"/>
            <a:chExt cx="779467" cy="242683"/>
          </a:xfrm>
        </p:grpSpPr>
        <p:sp>
          <p:nvSpPr>
            <p:cNvPr id="1832" name="Google Shape;1832;p74"/>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4"/>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4"/>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5" name="Google Shape;1835;p74"/>
          <p:cNvGrpSpPr/>
          <p:nvPr/>
        </p:nvGrpSpPr>
        <p:grpSpPr>
          <a:xfrm>
            <a:off x="1990126" y="2673933"/>
            <a:ext cx="965160" cy="216230"/>
            <a:chOff x="4411970" y="2468674"/>
            <a:chExt cx="747317" cy="167425"/>
          </a:xfrm>
        </p:grpSpPr>
        <p:sp>
          <p:nvSpPr>
            <p:cNvPr id="1836" name="Google Shape;1836;p74"/>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4"/>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8" name="Google Shape;1838;p74"/>
          <p:cNvGrpSpPr/>
          <p:nvPr/>
        </p:nvGrpSpPr>
        <p:grpSpPr>
          <a:xfrm>
            <a:off x="988873" y="2578650"/>
            <a:ext cx="810451" cy="319148"/>
            <a:chOff x="4411970" y="3686602"/>
            <a:chExt cx="797845" cy="314215"/>
          </a:xfrm>
        </p:grpSpPr>
        <p:sp>
          <p:nvSpPr>
            <p:cNvPr id="1839" name="Google Shape;1839;p74"/>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74"/>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4"/>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4"/>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4"/>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4" name="Google Shape;1844;p74"/>
          <p:cNvSpPr/>
          <p:nvPr/>
        </p:nvSpPr>
        <p:spPr>
          <a:xfrm>
            <a:off x="981722" y="29872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74"/>
          <p:cNvGrpSpPr/>
          <p:nvPr/>
        </p:nvGrpSpPr>
        <p:grpSpPr>
          <a:xfrm>
            <a:off x="988970" y="2333174"/>
            <a:ext cx="1970333" cy="208784"/>
            <a:chOff x="6336019" y="3733725"/>
            <a:chExt cx="2566206" cy="351310"/>
          </a:xfrm>
        </p:grpSpPr>
        <p:sp>
          <p:nvSpPr>
            <p:cNvPr id="1846" name="Google Shape;1846;p74"/>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4"/>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4"/>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4"/>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0" name="Google Shape;1850;p74"/>
          <p:cNvGrpSpPr/>
          <p:nvPr/>
        </p:nvGrpSpPr>
        <p:grpSpPr>
          <a:xfrm>
            <a:off x="1990126" y="3940729"/>
            <a:ext cx="946551" cy="153200"/>
            <a:chOff x="4404545" y="3301592"/>
            <a:chExt cx="782403" cy="129272"/>
          </a:xfrm>
        </p:grpSpPr>
        <p:sp>
          <p:nvSpPr>
            <p:cNvPr id="1851" name="Google Shape;1851;p74"/>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4"/>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3" name="Google Shape;1853;p74"/>
          <p:cNvGrpSpPr/>
          <p:nvPr/>
        </p:nvGrpSpPr>
        <p:grpSpPr>
          <a:xfrm>
            <a:off x="1990126" y="3679688"/>
            <a:ext cx="962257" cy="139127"/>
            <a:chOff x="4411970" y="3131459"/>
            <a:chExt cx="710520" cy="117397"/>
          </a:xfrm>
        </p:grpSpPr>
        <p:sp>
          <p:nvSpPr>
            <p:cNvPr id="1854" name="Google Shape;1854;p74"/>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4"/>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856" name="Google Shape;1856;p74"/>
          <p:cNvSpPr/>
          <p:nvPr/>
        </p:nvSpPr>
        <p:spPr>
          <a:xfrm>
            <a:off x="1990126" y="42158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7" name="Google Shape;1857;p74"/>
          <p:cNvGrpSpPr/>
          <p:nvPr/>
        </p:nvGrpSpPr>
        <p:grpSpPr>
          <a:xfrm>
            <a:off x="990271" y="3614482"/>
            <a:ext cx="823838" cy="458988"/>
            <a:chOff x="4411970" y="1801825"/>
            <a:chExt cx="734586" cy="409262"/>
          </a:xfrm>
        </p:grpSpPr>
        <p:sp>
          <p:nvSpPr>
            <p:cNvPr id="1858" name="Google Shape;1858;p74"/>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4"/>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0" name="Google Shape;1860;p74"/>
          <p:cNvGrpSpPr/>
          <p:nvPr/>
        </p:nvGrpSpPr>
        <p:grpSpPr>
          <a:xfrm>
            <a:off x="990271" y="4162908"/>
            <a:ext cx="856348" cy="212039"/>
            <a:chOff x="4411970" y="2233974"/>
            <a:chExt cx="763574" cy="189068"/>
          </a:xfrm>
        </p:grpSpPr>
        <p:sp>
          <p:nvSpPr>
            <p:cNvPr id="1861" name="Google Shape;1861;p74"/>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74"/>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3" name="Google Shape;1863;p74"/>
          <p:cNvGrpSpPr/>
          <p:nvPr/>
        </p:nvGrpSpPr>
        <p:grpSpPr>
          <a:xfrm>
            <a:off x="3100467" y="2338244"/>
            <a:ext cx="511602" cy="511602"/>
            <a:chOff x="5681300" y="2527788"/>
            <a:chExt cx="805800" cy="805800"/>
          </a:xfrm>
        </p:grpSpPr>
        <p:sp>
          <p:nvSpPr>
            <p:cNvPr id="1864" name="Google Shape;1864;p74"/>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74"/>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6" name="Google Shape;1866;p74"/>
          <p:cNvGrpSpPr/>
          <p:nvPr/>
        </p:nvGrpSpPr>
        <p:grpSpPr>
          <a:xfrm>
            <a:off x="3097662" y="3104827"/>
            <a:ext cx="513021" cy="512935"/>
            <a:chOff x="4049800" y="640400"/>
            <a:chExt cx="858900" cy="858900"/>
          </a:xfrm>
        </p:grpSpPr>
        <p:sp>
          <p:nvSpPr>
            <p:cNvPr id="1867" name="Google Shape;1867;p74"/>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4"/>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9" name="Google Shape;1869;p74"/>
          <p:cNvGrpSpPr/>
          <p:nvPr/>
        </p:nvGrpSpPr>
        <p:grpSpPr>
          <a:xfrm>
            <a:off x="3014861" y="3756719"/>
            <a:ext cx="686489" cy="686585"/>
            <a:chOff x="5080188" y="927900"/>
            <a:chExt cx="961200" cy="961200"/>
          </a:xfrm>
        </p:grpSpPr>
        <p:sp>
          <p:nvSpPr>
            <p:cNvPr id="1870" name="Google Shape;1870;p74"/>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74"/>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74"/>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74"/>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74"/>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4"/>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74"/>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4"/>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74"/>
          <p:cNvGrpSpPr/>
          <p:nvPr/>
        </p:nvGrpSpPr>
        <p:grpSpPr>
          <a:xfrm>
            <a:off x="3798012" y="3849448"/>
            <a:ext cx="510373" cy="510937"/>
            <a:chOff x="7508249" y="1522825"/>
            <a:chExt cx="1326332" cy="1322987"/>
          </a:xfrm>
        </p:grpSpPr>
        <p:sp>
          <p:nvSpPr>
            <p:cNvPr id="1879" name="Google Shape;1879;p74"/>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4"/>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4"/>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74"/>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4"/>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4"/>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4"/>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4"/>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4"/>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4"/>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9" name="Google Shape;1889;p74"/>
          <p:cNvGrpSpPr/>
          <p:nvPr/>
        </p:nvGrpSpPr>
        <p:grpSpPr>
          <a:xfrm>
            <a:off x="4489605" y="3850853"/>
            <a:ext cx="492652" cy="503348"/>
            <a:chOff x="6039282" y="1042577"/>
            <a:chExt cx="734315" cy="731929"/>
          </a:xfrm>
        </p:grpSpPr>
        <p:sp>
          <p:nvSpPr>
            <p:cNvPr id="1890" name="Google Shape;1890;p74"/>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74"/>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74"/>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4"/>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74"/>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4"/>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4"/>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74"/>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74"/>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4"/>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4"/>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4"/>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4"/>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4"/>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4"/>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4"/>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4"/>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4"/>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4"/>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74"/>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74"/>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1" name="Google Shape;1911;p74"/>
          <p:cNvGrpSpPr/>
          <p:nvPr/>
        </p:nvGrpSpPr>
        <p:grpSpPr>
          <a:xfrm>
            <a:off x="5130019" y="2346894"/>
            <a:ext cx="483304" cy="504902"/>
            <a:chOff x="1825800" y="1651625"/>
            <a:chExt cx="568125" cy="591775"/>
          </a:xfrm>
        </p:grpSpPr>
        <p:sp>
          <p:nvSpPr>
            <p:cNvPr id="1912" name="Google Shape;1912;p74"/>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74"/>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4"/>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74"/>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74"/>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4"/>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8" name="Google Shape;1918;p74"/>
          <p:cNvSpPr/>
          <p:nvPr/>
        </p:nvSpPr>
        <p:spPr>
          <a:xfrm>
            <a:off x="7747607" y="34260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74"/>
          <p:cNvSpPr/>
          <p:nvPr/>
        </p:nvSpPr>
        <p:spPr>
          <a:xfrm>
            <a:off x="8063864" y="34548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4"/>
          <p:cNvSpPr/>
          <p:nvPr/>
        </p:nvSpPr>
        <p:spPr>
          <a:xfrm>
            <a:off x="7165978"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4"/>
          <p:cNvSpPr/>
          <p:nvPr/>
        </p:nvSpPr>
        <p:spPr>
          <a:xfrm flipH="1">
            <a:off x="7473344"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4"/>
          <p:cNvSpPr txBox="1"/>
          <p:nvPr/>
        </p:nvSpPr>
        <p:spPr>
          <a:xfrm>
            <a:off x="1068100" y="1221875"/>
            <a:ext cx="7047300" cy="482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val="tx"/>
                    </a:ext>
                  </a:extLst>
                </a:hlinkClick>
              </a:rPr>
              <a:t>infographics</a:t>
            </a:r>
            <a:r>
              <a:rPr lang="en" sz="1100">
                <a:solidFill>
                  <a:srgbClr val="FFFFFF"/>
                </a:solidFill>
              </a:rPr>
              <a:t> on Slidesgo.</a:t>
            </a:r>
            <a:endParaRPr sz="1100">
              <a:solidFill>
                <a:srgbClr val="FFFFFF"/>
              </a:solidFill>
            </a:endParaRPr>
          </a:p>
        </p:txBody>
      </p:sp>
      <p:sp>
        <p:nvSpPr>
          <p:cNvPr id="1923" name="Google Shape;1923;p74"/>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Use our editable graphic resources...</a:t>
            </a:r>
            <a:endParaRPr sz="2400">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088" name="Shape 6088"/>
        <p:cNvGrpSpPr/>
        <p:nvPr/>
      </p:nvGrpSpPr>
      <p:grpSpPr>
        <a:xfrm>
          <a:off x="0" y="0"/>
          <a:ext cx="0" cy="0"/>
          <a:chOff x="0" y="0"/>
          <a:chExt cx="0" cy="0"/>
        </a:xfrm>
      </p:grpSpPr>
      <p:grpSp>
        <p:nvGrpSpPr>
          <p:cNvPr id="6089" name="Google Shape;6089;p80"/>
          <p:cNvGrpSpPr/>
          <p:nvPr/>
        </p:nvGrpSpPr>
        <p:grpSpPr>
          <a:xfrm>
            <a:off x="829359" y="2307635"/>
            <a:ext cx="339235" cy="298186"/>
            <a:chOff x="898875" y="244725"/>
            <a:chExt cx="481800" cy="423500"/>
          </a:xfrm>
        </p:grpSpPr>
        <p:sp>
          <p:nvSpPr>
            <p:cNvPr id="6090" name="Google Shape;6090;p80"/>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1" name="Google Shape;6091;p80"/>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2" name="Google Shape;6092;p80"/>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3" name="Google Shape;6093;p80"/>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4" name="Google Shape;6094;p80"/>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5" name="Google Shape;6095;p80"/>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096" name="Google Shape;6096;p80"/>
          <p:cNvGrpSpPr/>
          <p:nvPr/>
        </p:nvGrpSpPr>
        <p:grpSpPr>
          <a:xfrm>
            <a:off x="1267741" y="2287103"/>
            <a:ext cx="298169" cy="339253"/>
            <a:chOff x="1529350" y="258825"/>
            <a:chExt cx="423475" cy="481825"/>
          </a:xfrm>
        </p:grpSpPr>
        <p:sp>
          <p:nvSpPr>
            <p:cNvPr id="6097" name="Google Shape;6097;p80"/>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8" name="Google Shape;6098;p80"/>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099" name="Google Shape;6099;p80"/>
          <p:cNvGrpSpPr/>
          <p:nvPr/>
        </p:nvGrpSpPr>
        <p:grpSpPr>
          <a:xfrm>
            <a:off x="1660716" y="2367273"/>
            <a:ext cx="340890" cy="178912"/>
            <a:chOff x="2084325" y="363300"/>
            <a:chExt cx="484150" cy="254100"/>
          </a:xfrm>
        </p:grpSpPr>
        <p:sp>
          <p:nvSpPr>
            <p:cNvPr id="6100" name="Google Shape;6100;p80"/>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1" name="Google Shape;6101;p80"/>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02" name="Google Shape;6102;p80"/>
          <p:cNvGrpSpPr/>
          <p:nvPr/>
        </p:nvGrpSpPr>
        <p:grpSpPr>
          <a:xfrm>
            <a:off x="2110011" y="2287102"/>
            <a:ext cx="298169" cy="339253"/>
            <a:chOff x="2707500" y="249400"/>
            <a:chExt cx="423475" cy="481825"/>
          </a:xfrm>
        </p:grpSpPr>
        <p:sp>
          <p:nvSpPr>
            <p:cNvPr id="6103" name="Google Shape;6103;p80"/>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4" name="Google Shape;6104;p80"/>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05" name="Google Shape;6105;p80"/>
          <p:cNvGrpSpPr/>
          <p:nvPr/>
        </p:nvGrpSpPr>
        <p:grpSpPr>
          <a:xfrm>
            <a:off x="2523626" y="2287428"/>
            <a:ext cx="305386" cy="338602"/>
            <a:chOff x="3300325" y="249875"/>
            <a:chExt cx="433725" cy="480900"/>
          </a:xfrm>
        </p:grpSpPr>
        <p:sp>
          <p:nvSpPr>
            <p:cNvPr id="6106" name="Google Shape;6106;p80"/>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7" name="Google Shape;6107;p80"/>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8" name="Google Shape;6108;p80"/>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9" name="Google Shape;6109;p80"/>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0" name="Google Shape;6110;p80"/>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1" name="Google Shape;6111;p80"/>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12" name="Google Shape;6112;p80"/>
          <p:cNvGrpSpPr/>
          <p:nvPr/>
        </p:nvGrpSpPr>
        <p:grpSpPr>
          <a:xfrm>
            <a:off x="2912712" y="2287349"/>
            <a:ext cx="352349" cy="338760"/>
            <a:chOff x="3854700" y="249750"/>
            <a:chExt cx="500425" cy="481125"/>
          </a:xfrm>
        </p:grpSpPr>
        <p:sp>
          <p:nvSpPr>
            <p:cNvPr id="6113" name="Google Shape;6113;p80"/>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4" name="Google Shape;6114;p80"/>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5" name="Google Shape;6115;p80"/>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6" name="Google Shape;6116;p80"/>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7" name="Google Shape;6117;p80"/>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8" name="Google Shape;6118;p80"/>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9" name="Google Shape;6119;p80"/>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0" name="Google Shape;6120;p80"/>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21" name="Google Shape;6121;p80"/>
          <p:cNvGrpSpPr/>
          <p:nvPr/>
        </p:nvGrpSpPr>
        <p:grpSpPr>
          <a:xfrm>
            <a:off x="3330701" y="2287349"/>
            <a:ext cx="352349" cy="338760"/>
            <a:chOff x="4447550" y="249750"/>
            <a:chExt cx="500425" cy="481125"/>
          </a:xfrm>
        </p:grpSpPr>
        <p:sp>
          <p:nvSpPr>
            <p:cNvPr id="6122" name="Google Shape;6122;p80"/>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3" name="Google Shape;6123;p80"/>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24" name="Google Shape;6124;p80"/>
          <p:cNvGrpSpPr/>
          <p:nvPr/>
        </p:nvGrpSpPr>
        <p:grpSpPr>
          <a:xfrm>
            <a:off x="3759902" y="2287102"/>
            <a:ext cx="339253" cy="339253"/>
            <a:chOff x="5049725" y="249400"/>
            <a:chExt cx="481825" cy="481825"/>
          </a:xfrm>
        </p:grpSpPr>
        <p:sp>
          <p:nvSpPr>
            <p:cNvPr id="6125" name="Google Shape;6125;p80"/>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6" name="Google Shape;6126;p80"/>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27" name="Google Shape;6127;p80"/>
          <p:cNvGrpSpPr/>
          <p:nvPr/>
        </p:nvGrpSpPr>
        <p:grpSpPr>
          <a:xfrm>
            <a:off x="4173843" y="2287102"/>
            <a:ext cx="339253" cy="339253"/>
            <a:chOff x="5660400" y="238125"/>
            <a:chExt cx="481825" cy="481825"/>
          </a:xfrm>
        </p:grpSpPr>
        <p:sp>
          <p:nvSpPr>
            <p:cNvPr id="6128" name="Google Shape;6128;p80"/>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9" name="Google Shape;6129;p80"/>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30" name="Google Shape;6130;p80"/>
          <p:cNvGrpSpPr/>
          <p:nvPr/>
        </p:nvGrpSpPr>
        <p:grpSpPr>
          <a:xfrm>
            <a:off x="4590529" y="2287102"/>
            <a:ext cx="339253" cy="339253"/>
            <a:chOff x="6235400" y="249400"/>
            <a:chExt cx="481825" cy="481825"/>
          </a:xfrm>
        </p:grpSpPr>
        <p:sp>
          <p:nvSpPr>
            <p:cNvPr id="6131" name="Google Shape;6131;p80"/>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2" name="Google Shape;6132;p80"/>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3" name="Google Shape;6133;p80"/>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4" name="Google Shape;6134;p80"/>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5" name="Google Shape;6135;p80"/>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36" name="Google Shape;6136;p80"/>
          <p:cNvGrpSpPr/>
          <p:nvPr/>
        </p:nvGrpSpPr>
        <p:grpSpPr>
          <a:xfrm>
            <a:off x="828875" y="2731810"/>
            <a:ext cx="340204" cy="298116"/>
            <a:chOff x="899850" y="871450"/>
            <a:chExt cx="483175" cy="423400"/>
          </a:xfrm>
        </p:grpSpPr>
        <p:sp>
          <p:nvSpPr>
            <p:cNvPr id="6137" name="Google Shape;6137;p80"/>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8" name="Google Shape;6138;p80"/>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9" name="Google Shape;6139;p80"/>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0" name="Google Shape;6140;p80"/>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141" name="Google Shape;6141;p80"/>
          <p:cNvSpPr/>
          <p:nvPr/>
        </p:nvSpPr>
        <p:spPr>
          <a:xfrm>
            <a:off x="1265674"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142" name="Google Shape;6142;p80"/>
          <p:cNvGrpSpPr/>
          <p:nvPr/>
        </p:nvGrpSpPr>
        <p:grpSpPr>
          <a:xfrm>
            <a:off x="1660875" y="2711232"/>
            <a:ext cx="340573" cy="339271"/>
            <a:chOff x="2085450" y="842250"/>
            <a:chExt cx="483700" cy="481850"/>
          </a:xfrm>
        </p:grpSpPr>
        <p:sp>
          <p:nvSpPr>
            <p:cNvPr id="6143" name="Google Shape;6143;p80"/>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4" name="Google Shape;6144;p80"/>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5" name="Google Shape;6145;p80"/>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6" name="Google Shape;6146;p80"/>
          <p:cNvGrpSpPr/>
          <p:nvPr/>
        </p:nvGrpSpPr>
        <p:grpSpPr>
          <a:xfrm>
            <a:off x="2089443" y="2711241"/>
            <a:ext cx="339306" cy="339253"/>
            <a:chOff x="2685825" y="840375"/>
            <a:chExt cx="481900" cy="481825"/>
          </a:xfrm>
        </p:grpSpPr>
        <p:sp>
          <p:nvSpPr>
            <p:cNvPr id="6147" name="Google Shape;6147;p80"/>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8" name="Google Shape;6148;p80"/>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9" name="Google Shape;6149;p80"/>
          <p:cNvGrpSpPr/>
          <p:nvPr/>
        </p:nvGrpSpPr>
        <p:grpSpPr>
          <a:xfrm>
            <a:off x="2501104" y="2710924"/>
            <a:ext cx="350431" cy="339887"/>
            <a:chOff x="3270675" y="841800"/>
            <a:chExt cx="497700" cy="482725"/>
          </a:xfrm>
        </p:grpSpPr>
        <p:sp>
          <p:nvSpPr>
            <p:cNvPr id="6150" name="Google Shape;6150;p80"/>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1" name="Google Shape;6151;p80"/>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2" name="Google Shape;6152;p80"/>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153" name="Google Shape;6153;p80"/>
          <p:cNvSpPr/>
          <p:nvPr/>
        </p:nvSpPr>
        <p:spPr>
          <a:xfrm>
            <a:off x="2919129"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154" name="Google Shape;6154;p80"/>
          <p:cNvGrpSpPr/>
          <p:nvPr/>
        </p:nvGrpSpPr>
        <p:grpSpPr>
          <a:xfrm>
            <a:off x="3337249" y="2731783"/>
            <a:ext cx="339253" cy="298169"/>
            <a:chOff x="4467200" y="877100"/>
            <a:chExt cx="481825" cy="423475"/>
          </a:xfrm>
        </p:grpSpPr>
        <p:sp>
          <p:nvSpPr>
            <p:cNvPr id="6155" name="Google Shape;6155;p80"/>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6" name="Google Shape;6156;p80"/>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7" name="Google Shape;6157;p80"/>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8" name="Google Shape;6158;p80"/>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59" name="Google Shape;6159;p80"/>
          <p:cNvGrpSpPr/>
          <p:nvPr/>
        </p:nvGrpSpPr>
        <p:grpSpPr>
          <a:xfrm>
            <a:off x="3752140" y="2711232"/>
            <a:ext cx="354778" cy="339271"/>
            <a:chOff x="5045500" y="842250"/>
            <a:chExt cx="503875" cy="481850"/>
          </a:xfrm>
        </p:grpSpPr>
        <p:sp>
          <p:nvSpPr>
            <p:cNvPr id="6160" name="Google Shape;6160;p80"/>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1" name="Google Shape;6161;p80"/>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62" name="Google Shape;6162;p80"/>
          <p:cNvGrpSpPr/>
          <p:nvPr/>
        </p:nvGrpSpPr>
        <p:grpSpPr>
          <a:xfrm>
            <a:off x="4174987" y="2737451"/>
            <a:ext cx="336965" cy="286833"/>
            <a:chOff x="5645200" y="879425"/>
            <a:chExt cx="478575" cy="407375"/>
          </a:xfrm>
        </p:grpSpPr>
        <p:sp>
          <p:nvSpPr>
            <p:cNvPr id="6163" name="Google Shape;6163;p80"/>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4" name="Google Shape;6164;p80"/>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5" name="Google Shape;6165;p80"/>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6" name="Google Shape;6166;p80"/>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7" name="Google Shape;6167;p80"/>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8" name="Google Shape;6168;p80"/>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69" name="Google Shape;6169;p80"/>
          <p:cNvGrpSpPr/>
          <p:nvPr/>
        </p:nvGrpSpPr>
        <p:grpSpPr>
          <a:xfrm>
            <a:off x="4611062" y="2711241"/>
            <a:ext cx="298186" cy="339253"/>
            <a:chOff x="6264525" y="842250"/>
            <a:chExt cx="423500" cy="481825"/>
          </a:xfrm>
        </p:grpSpPr>
        <p:sp>
          <p:nvSpPr>
            <p:cNvPr id="6170" name="Google Shape;6170;p80"/>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1" name="Google Shape;6171;p80"/>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2" name="Google Shape;6172;p80"/>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3" name="Google Shape;6173;p80"/>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4" name="Google Shape;6174;p80"/>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5" name="Google Shape;6175;p80"/>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6" name="Google Shape;6176;p80"/>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77" name="Google Shape;6177;p80"/>
          <p:cNvGrpSpPr/>
          <p:nvPr/>
        </p:nvGrpSpPr>
        <p:grpSpPr>
          <a:xfrm>
            <a:off x="829350" y="3125895"/>
            <a:ext cx="339253" cy="339253"/>
            <a:chOff x="900750" y="1436075"/>
            <a:chExt cx="481825" cy="481825"/>
          </a:xfrm>
        </p:grpSpPr>
        <p:sp>
          <p:nvSpPr>
            <p:cNvPr id="6178" name="Google Shape;6178;p80"/>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9" name="Google Shape;6179;p80"/>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0" name="Google Shape;6180;p80"/>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1" name="Google Shape;6181;p80"/>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82" name="Google Shape;6182;p80"/>
          <p:cNvGrpSpPr/>
          <p:nvPr/>
        </p:nvGrpSpPr>
        <p:grpSpPr>
          <a:xfrm>
            <a:off x="1247198" y="3186183"/>
            <a:ext cx="339253" cy="218676"/>
            <a:chOff x="1492675" y="1520750"/>
            <a:chExt cx="481825" cy="310575"/>
          </a:xfrm>
        </p:grpSpPr>
        <p:sp>
          <p:nvSpPr>
            <p:cNvPr id="6183" name="Google Shape;6183;p80"/>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4" name="Google Shape;6184;p80"/>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85" name="Google Shape;6185;p80"/>
          <p:cNvGrpSpPr/>
          <p:nvPr/>
        </p:nvGrpSpPr>
        <p:grpSpPr>
          <a:xfrm>
            <a:off x="1654995" y="3125877"/>
            <a:ext cx="352332" cy="339288"/>
            <a:chOff x="2071000" y="1435025"/>
            <a:chExt cx="500400" cy="481875"/>
          </a:xfrm>
        </p:grpSpPr>
        <p:sp>
          <p:nvSpPr>
            <p:cNvPr id="6186" name="Google Shape;6186;p80"/>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7" name="Google Shape;6187;p80"/>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8" name="Google Shape;6188;p80"/>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89" name="Google Shape;6189;p80"/>
          <p:cNvGrpSpPr/>
          <p:nvPr/>
        </p:nvGrpSpPr>
        <p:grpSpPr>
          <a:xfrm>
            <a:off x="2083159" y="3146709"/>
            <a:ext cx="351874" cy="297623"/>
            <a:chOff x="2678350" y="1464650"/>
            <a:chExt cx="499750" cy="422700"/>
          </a:xfrm>
        </p:grpSpPr>
        <p:sp>
          <p:nvSpPr>
            <p:cNvPr id="6190" name="Google Shape;6190;p80"/>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1" name="Google Shape;6191;p80"/>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2" name="Google Shape;6192;p80"/>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93" name="Google Shape;6193;p80"/>
          <p:cNvGrpSpPr/>
          <p:nvPr/>
        </p:nvGrpSpPr>
        <p:grpSpPr>
          <a:xfrm>
            <a:off x="2506692" y="3125895"/>
            <a:ext cx="339253" cy="339253"/>
            <a:chOff x="3271200" y="1435075"/>
            <a:chExt cx="481825" cy="481825"/>
          </a:xfrm>
        </p:grpSpPr>
        <p:sp>
          <p:nvSpPr>
            <p:cNvPr id="6194" name="Google Shape;6194;p80"/>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5" name="Google Shape;6195;p80"/>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96" name="Google Shape;6196;p80"/>
          <p:cNvGrpSpPr/>
          <p:nvPr/>
        </p:nvGrpSpPr>
        <p:grpSpPr>
          <a:xfrm>
            <a:off x="2917165" y="3125877"/>
            <a:ext cx="343442" cy="339288"/>
            <a:chOff x="3858100" y="1435075"/>
            <a:chExt cx="487775" cy="481875"/>
          </a:xfrm>
        </p:grpSpPr>
        <p:sp>
          <p:nvSpPr>
            <p:cNvPr id="6197" name="Google Shape;6197;p80"/>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8" name="Google Shape;6198;p80"/>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9" name="Google Shape;6199;p80"/>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0" name="Google Shape;6200;p80"/>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1" name="Google Shape;6201;p80"/>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02" name="Google Shape;6202;p80"/>
          <p:cNvGrpSpPr/>
          <p:nvPr/>
        </p:nvGrpSpPr>
        <p:grpSpPr>
          <a:xfrm>
            <a:off x="3337249" y="3125895"/>
            <a:ext cx="339253" cy="339253"/>
            <a:chOff x="4456875" y="1435075"/>
            <a:chExt cx="481825" cy="481825"/>
          </a:xfrm>
        </p:grpSpPr>
        <p:sp>
          <p:nvSpPr>
            <p:cNvPr id="6203" name="Google Shape;6203;p80"/>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4" name="Google Shape;6204;p80"/>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5" name="Google Shape;6205;p80"/>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6" name="Google Shape;6206;p80"/>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7" name="Google Shape;6207;p80"/>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8" name="Google Shape;6208;p80"/>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9" name="Google Shape;6209;p80"/>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0" name="Google Shape;6210;p80"/>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1" name="Google Shape;6211;p80"/>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2" name="Google Shape;6212;p80"/>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3" name="Google Shape;6213;p80"/>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4" name="Google Shape;6214;p80"/>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5" name="Google Shape;6215;p80"/>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6" name="Google Shape;6216;p80"/>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7" name="Google Shape;6217;p80"/>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8" name="Google Shape;6218;p80"/>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9" name="Google Shape;6219;p80"/>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0" name="Google Shape;6220;p80"/>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1" name="Google Shape;6221;p80"/>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22" name="Google Shape;6222;p80"/>
          <p:cNvGrpSpPr/>
          <p:nvPr/>
        </p:nvGrpSpPr>
        <p:grpSpPr>
          <a:xfrm>
            <a:off x="3758239" y="3125886"/>
            <a:ext cx="342580" cy="339271"/>
            <a:chOff x="5049725" y="1435050"/>
            <a:chExt cx="486550" cy="481850"/>
          </a:xfrm>
        </p:grpSpPr>
        <p:sp>
          <p:nvSpPr>
            <p:cNvPr id="6223" name="Google Shape;6223;p80"/>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4" name="Google Shape;6224;p80"/>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5" name="Google Shape;6225;p80"/>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6" name="Google Shape;6226;p80"/>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27" name="Google Shape;6227;p80"/>
          <p:cNvGrpSpPr/>
          <p:nvPr/>
        </p:nvGrpSpPr>
        <p:grpSpPr>
          <a:xfrm>
            <a:off x="4173790" y="3125895"/>
            <a:ext cx="339359" cy="339253"/>
            <a:chOff x="5642475" y="1435075"/>
            <a:chExt cx="481975" cy="481825"/>
          </a:xfrm>
        </p:grpSpPr>
        <p:sp>
          <p:nvSpPr>
            <p:cNvPr id="6228" name="Google Shape;6228;p80"/>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9" name="Google Shape;6229;p80"/>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0" name="Google Shape;6230;p80"/>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31" name="Google Shape;6231;p80"/>
          <p:cNvGrpSpPr/>
          <p:nvPr/>
        </p:nvGrpSpPr>
        <p:grpSpPr>
          <a:xfrm>
            <a:off x="4588276" y="3125886"/>
            <a:ext cx="343759" cy="339271"/>
            <a:chOff x="6232000" y="1435050"/>
            <a:chExt cx="488225" cy="481850"/>
          </a:xfrm>
        </p:grpSpPr>
        <p:sp>
          <p:nvSpPr>
            <p:cNvPr id="6232" name="Google Shape;6232;p80"/>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3" name="Google Shape;6233;p80"/>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4" name="Google Shape;6234;p80"/>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5" name="Google Shape;6235;p80"/>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6" name="Google Shape;6236;p80"/>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37" name="Google Shape;6237;p80"/>
          <p:cNvGrpSpPr/>
          <p:nvPr/>
        </p:nvGrpSpPr>
        <p:grpSpPr>
          <a:xfrm>
            <a:off x="849012" y="3539545"/>
            <a:ext cx="299929" cy="337792"/>
            <a:chOff x="924450" y="2028975"/>
            <a:chExt cx="425975" cy="479750"/>
          </a:xfrm>
        </p:grpSpPr>
        <p:sp>
          <p:nvSpPr>
            <p:cNvPr id="6238" name="Google Shape;6238;p80"/>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9" name="Google Shape;6239;p80"/>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0" name="Google Shape;6240;p80"/>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41" name="Google Shape;6241;p80"/>
          <p:cNvGrpSpPr/>
          <p:nvPr/>
        </p:nvGrpSpPr>
        <p:grpSpPr>
          <a:xfrm>
            <a:off x="1661509" y="3559347"/>
            <a:ext cx="339306" cy="298186"/>
            <a:chOff x="2085450" y="2057100"/>
            <a:chExt cx="481900" cy="423500"/>
          </a:xfrm>
        </p:grpSpPr>
        <p:sp>
          <p:nvSpPr>
            <p:cNvPr id="6242" name="Google Shape;6242;p80"/>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3" name="Google Shape;6243;p80"/>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4" name="Google Shape;6244;p80"/>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45" name="Google Shape;6245;p80"/>
          <p:cNvGrpSpPr/>
          <p:nvPr/>
        </p:nvGrpSpPr>
        <p:grpSpPr>
          <a:xfrm>
            <a:off x="2089442" y="3582592"/>
            <a:ext cx="339306" cy="251698"/>
            <a:chOff x="2678275" y="2090100"/>
            <a:chExt cx="481900" cy="357475"/>
          </a:xfrm>
        </p:grpSpPr>
        <p:sp>
          <p:nvSpPr>
            <p:cNvPr id="6246" name="Google Shape;6246;p80"/>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7" name="Google Shape;6247;p80"/>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8" name="Google Shape;6248;p80"/>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9" name="Google Shape;6249;p80"/>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0" name="Google Shape;6250;p80"/>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51" name="Google Shape;6251;p80"/>
          <p:cNvGrpSpPr/>
          <p:nvPr/>
        </p:nvGrpSpPr>
        <p:grpSpPr>
          <a:xfrm>
            <a:off x="2566646" y="3594790"/>
            <a:ext cx="219345" cy="227301"/>
            <a:chOff x="3357325" y="2093500"/>
            <a:chExt cx="311525" cy="322825"/>
          </a:xfrm>
        </p:grpSpPr>
        <p:sp>
          <p:nvSpPr>
            <p:cNvPr id="6252" name="Google Shape;6252;p80"/>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3" name="Google Shape;6253;p80"/>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4" name="Google Shape;6254;p80"/>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255" name="Google Shape;6255;p80"/>
          <p:cNvSpPr/>
          <p:nvPr/>
        </p:nvSpPr>
        <p:spPr>
          <a:xfrm>
            <a:off x="2921919"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256" name="Google Shape;6256;p80"/>
          <p:cNvGrpSpPr/>
          <p:nvPr/>
        </p:nvGrpSpPr>
        <p:grpSpPr>
          <a:xfrm>
            <a:off x="3360836" y="3538814"/>
            <a:ext cx="292078" cy="339253"/>
            <a:chOff x="4492800" y="2027925"/>
            <a:chExt cx="414825" cy="481825"/>
          </a:xfrm>
        </p:grpSpPr>
        <p:sp>
          <p:nvSpPr>
            <p:cNvPr id="6257" name="Google Shape;6257;p80"/>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8" name="Google Shape;6258;p80"/>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59" name="Google Shape;6259;p80"/>
          <p:cNvGrpSpPr/>
          <p:nvPr/>
        </p:nvGrpSpPr>
        <p:grpSpPr>
          <a:xfrm>
            <a:off x="3759928" y="3538805"/>
            <a:ext cx="339200" cy="339271"/>
            <a:chOff x="5049725" y="2027900"/>
            <a:chExt cx="481750" cy="481850"/>
          </a:xfrm>
        </p:grpSpPr>
        <p:sp>
          <p:nvSpPr>
            <p:cNvPr id="6260" name="Google Shape;6260;p80"/>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1" name="Google Shape;6261;p80"/>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2" name="Google Shape;6262;p80"/>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3" name="Google Shape;6263;p80"/>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4" name="Google Shape;6264;p80"/>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5" name="Google Shape;6265;p80"/>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6" name="Google Shape;6266;p80"/>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7" name="Google Shape;6267;p80"/>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68" name="Google Shape;6268;p80"/>
          <p:cNvGrpSpPr/>
          <p:nvPr/>
        </p:nvGrpSpPr>
        <p:grpSpPr>
          <a:xfrm>
            <a:off x="4233524" y="3538893"/>
            <a:ext cx="219890" cy="339095"/>
            <a:chOff x="5726350" y="2028150"/>
            <a:chExt cx="312300" cy="481600"/>
          </a:xfrm>
        </p:grpSpPr>
        <p:sp>
          <p:nvSpPr>
            <p:cNvPr id="6269" name="Google Shape;6269;p80"/>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0" name="Google Shape;6270;p80"/>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1" name="Google Shape;6271;p80"/>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72" name="Google Shape;6272;p80"/>
          <p:cNvGrpSpPr/>
          <p:nvPr/>
        </p:nvGrpSpPr>
        <p:grpSpPr>
          <a:xfrm>
            <a:off x="4593715" y="3542000"/>
            <a:ext cx="332881" cy="332881"/>
            <a:chOff x="6239925" y="2032450"/>
            <a:chExt cx="472775" cy="472775"/>
          </a:xfrm>
        </p:grpSpPr>
        <p:sp>
          <p:nvSpPr>
            <p:cNvPr id="6273" name="Google Shape;6273;p80"/>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4" name="Google Shape;6274;p80"/>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75" name="Google Shape;6275;p80"/>
          <p:cNvGrpSpPr/>
          <p:nvPr/>
        </p:nvGrpSpPr>
        <p:grpSpPr>
          <a:xfrm>
            <a:off x="5042807" y="2364092"/>
            <a:ext cx="334641" cy="185425"/>
            <a:chOff x="903075" y="2730000"/>
            <a:chExt cx="475275" cy="263350"/>
          </a:xfrm>
        </p:grpSpPr>
        <p:sp>
          <p:nvSpPr>
            <p:cNvPr id="6276" name="Google Shape;6276;p80"/>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7" name="Google Shape;6277;p80"/>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8" name="Google Shape;6278;p80"/>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79" name="Google Shape;6279;p80"/>
          <p:cNvGrpSpPr/>
          <p:nvPr/>
        </p:nvGrpSpPr>
        <p:grpSpPr>
          <a:xfrm>
            <a:off x="1247198" y="3538814"/>
            <a:ext cx="339253" cy="339253"/>
            <a:chOff x="1492675" y="2027925"/>
            <a:chExt cx="481825" cy="481825"/>
          </a:xfrm>
        </p:grpSpPr>
        <p:sp>
          <p:nvSpPr>
            <p:cNvPr id="6280" name="Google Shape;6280;p80"/>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1" name="Google Shape;6281;p80"/>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2" name="Google Shape;6282;p80"/>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3" name="Google Shape;6283;p80"/>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4" name="Google Shape;6284;p80"/>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85" name="Google Shape;6285;p80"/>
          <p:cNvGrpSpPr/>
          <p:nvPr/>
        </p:nvGrpSpPr>
        <p:grpSpPr>
          <a:xfrm>
            <a:off x="5473575" y="2287178"/>
            <a:ext cx="339253" cy="339253"/>
            <a:chOff x="1492675" y="2620775"/>
            <a:chExt cx="481825" cy="481825"/>
          </a:xfrm>
        </p:grpSpPr>
        <p:sp>
          <p:nvSpPr>
            <p:cNvPr id="6286" name="Google Shape;6286;p80"/>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7" name="Google Shape;6287;p80"/>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288" name="Google Shape;6288;p80"/>
          <p:cNvSpPr/>
          <p:nvPr/>
        </p:nvSpPr>
        <p:spPr>
          <a:xfrm>
            <a:off x="5873522"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289" name="Google Shape;6289;p80"/>
          <p:cNvGrpSpPr/>
          <p:nvPr/>
        </p:nvGrpSpPr>
        <p:grpSpPr>
          <a:xfrm>
            <a:off x="6297328" y="2303161"/>
            <a:ext cx="333585" cy="307287"/>
            <a:chOff x="2682350" y="2643425"/>
            <a:chExt cx="473775" cy="436425"/>
          </a:xfrm>
        </p:grpSpPr>
        <p:sp>
          <p:nvSpPr>
            <p:cNvPr id="6290" name="Google Shape;6290;p80"/>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1" name="Google Shape;6291;p80"/>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2" name="Google Shape;6292;p80"/>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3" name="Google Shape;6293;p80"/>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4" name="Google Shape;6294;p80"/>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5" name="Google Shape;6295;p80"/>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6" name="Google Shape;6296;p80"/>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97" name="Google Shape;6297;p80"/>
          <p:cNvGrpSpPr/>
          <p:nvPr/>
        </p:nvGrpSpPr>
        <p:grpSpPr>
          <a:xfrm>
            <a:off x="6762818" y="2287178"/>
            <a:ext cx="238531" cy="339253"/>
            <a:chOff x="3342725" y="2620775"/>
            <a:chExt cx="338775" cy="481825"/>
          </a:xfrm>
        </p:grpSpPr>
        <p:sp>
          <p:nvSpPr>
            <p:cNvPr id="6298" name="Google Shape;6298;p80"/>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9" name="Google Shape;6299;p80"/>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0" name="Google Shape;6300;p80"/>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01" name="Google Shape;6301;p80"/>
          <p:cNvGrpSpPr/>
          <p:nvPr/>
        </p:nvGrpSpPr>
        <p:grpSpPr>
          <a:xfrm>
            <a:off x="7156568" y="2287178"/>
            <a:ext cx="278296" cy="339253"/>
            <a:chOff x="3907325" y="2620775"/>
            <a:chExt cx="395250" cy="481825"/>
          </a:xfrm>
        </p:grpSpPr>
        <p:sp>
          <p:nvSpPr>
            <p:cNvPr id="6302" name="Google Shape;6302;p80"/>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3" name="Google Shape;6303;p80"/>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4" name="Google Shape;6304;p80"/>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5" name="Google Shape;6305;p80"/>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06" name="Google Shape;6306;p80"/>
          <p:cNvGrpSpPr/>
          <p:nvPr/>
        </p:nvGrpSpPr>
        <p:grpSpPr>
          <a:xfrm>
            <a:off x="7549755" y="2297783"/>
            <a:ext cx="339253" cy="318042"/>
            <a:chOff x="4456875" y="2635825"/>
            <a:chExt cx="481825" cy="451700"/>
          </a:xfrm>
        </p:grpSpPr>
        <p:sp>
          <p:nvSpPr>
            <p:cNvPr id="6307" name="Google Shape;6307;p80"/>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8" name="Google Shape;6308;p80"/>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9" name="Google Shape;6309;p80"/>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0" name="Google Shape;6310;p80"/>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1" name="Google Shape;6311;p80"/>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2" name="Google Shape;6312;p80"/>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13" name="Google Shape;6313;p80"/>
          <p:cNvGrpSpPr/>
          <p:nvPr/>
        </p:nvGrpSpPr>
        <p:grpSpPr>
          <a:xfrm>
            <a:off x="7974679" y="2297783"/>
            <a:ext cx="339253" cy="318042"/>
            <a:chOff x="5049725" y="2635825"/>
            <a:chExt cx="481825" cy="451700"/>
          </a:xfrm>
        </p:grpSpPr>
        <p:sp>
          <p:nvSpPr>
            <p:cNvPr id="6314" name="Google Shape;6314;p80"/>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5" name="Google Shape;6315;p80"/>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6" name="Google Shape;6316;p80"/>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17" name="Google Shape;6317;p80"/>
          <p:cNvGrpSpPr/>
          <p:nvPr/>
        </p:nvGrpSpPr>
        <p:grpSpPr>
          <a:xfrm>
            <a:off x="2375386" y="3952243"/>
            <a:ext cx="338566" cy="338373"/>
            <a:chOff x="5643000" y="2621375"/>
            <a:chExt cx="480850" cy="480575"/>
          </a:xfrm>
        </p:grpSpPr>
        <p:sp>
          <p:nvSpPr>
            <p:cNvPr id="6318" name="Google Shape;6318;p80"/>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9" name="Google Shape;6319;p80"/>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0" name="Google Shape;6320;p80"/>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1" name="Google Shape;6321;p80"/>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2" name="Google Shape;6322;p80"/>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3" name="Google Shape;6323;p80"/>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4" name="Google Shape;6324;p80"/>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25" name="Google Shape;6325;p80"/>
          <p:cNvGrpSpPr/>
          <p:nvPr/>
        </p:nvGrpSpPr>
        <p:grpSpPr>
          <a:xfrm>
            <a:off x="4192782" y="3951803"/>
            <a:ext cx="339359" cy="339253"/>
            <a:chOff x="6235250" y="2620775"/>
            <a:chExt cx="481975" cy="481825"/>
          </a:xfrm>
        </p:grpSpPr>
        <p:sp>
          <p:nvSpPr>
            <p:cNvPr id="6326" name="Google Shape;6326;p80"/>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7" name="Google Shape;6327;p80"/>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8" name="Google Shape;6328;p80"/>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9" name="Google Shape;6329;p80"/>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0" name="Google Shape;6330;p80"/>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31" name="Google Shape;6331;p80"/>
          <p:cNvSpPr/>
          <p:nvPr/>
        </p:nvSpPr>
        <p:spPr>
          <a:xfrm>
            <a:off x="5037584"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32" name="Google Shape;6332;p80"/>
          <p:cNvGrpSpPr/>
          <p:nvPr/>
        </p:nvGrpSpPr>
        <p:grpSpPr>
          <a:xfrm>
            <a:off x="5472652" y="2711317"/>
            <a:ext cx="341101" cy="339253"/>
            <a:chOff x="1535000" y="3223325"/>
            <a:chExt cx="484450" cy="481825"/>
          </a:xfrm>
        </p:grpSpPr>
        <p:sp>
          <p:nvSpPr>
            <p:cNvPr id="6333" name="Google Shape;6333;p80"/>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4" name="Google Shape;6334;p80"/>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5" name="Google Shape;6335;p80"/>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36" name="Google Shape;6336;p80"/>
          <p:cNvGrpSpPr/>
          <p:nvPr/>
        </p:nvGrpSpPr>
        <p:grpSpPr>
          <a:xfrm>
            <a:off x="5880219" y="2746618"/>
            <a:ext cx="339253" cy="268649"/>
            <a:chOff x="2085525" y="3263750"/>
            <a:chExt cx="481825" cy="381550"/>
          </a:xfrm>
        </p:grpSpPr>
        <p:sp>
          <p:nvSpPr>
            <p:cNvPr id="6337" name="Google Shape;6337;p80"/>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8" name="Google Shape;6338;p80"/>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39" name="Google Shape;6339;p80"/>
          <p:cNvSpPr/>
          <p:nvPr/>
        </p:nvSpPr>
        <p:spPr>
          <a:xfrm>
            <a:off x="6294404"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40" name="Google Shape;6340;p80"/>
          <p:cNvGrpSpPr/>
          <p:nvPr/>
        </p:nvGrpSpPr>
        <p:grpSpPr>
          <a:xfrm>
            <a:off x="6711982" y="2711308"/>
            <a:ext cx="340204" cy="339271"/>
            <a:chOff x="3270450" y="3213625"/>
            <a:chExt cx="483175" cy="481850"/>
          </a:xfrm>
        </p:grpSpPr>
        <p:sp>
          <p:nvSpPr>
            <p:cNvPr id="6341" name="Google Shape;6341;p80"/>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2" name="Google Shape;6342;p80"/>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43" name="Google Shape;6343;p80"/>
          <p:cNvGrpSpPr/>
          <p:nvPr/>
        </p:nvGrpSpPr>
        <p:grpSpPr>
          <a:xfrm>
            <a:off x="7211250" y="2711317"/>
            <a:ext cx="168931" cy="339253"/>
            <a:chOff x="3984950" y="3213600"/>
            <a:chExt cx="239925" cy="481825"/>
          </a:xfrm>
        </p:grpSpPr>
        <p:sp>
          <p:nvSpPr>
            <p:cNvPr id="6344" name="Google Shape;6344;p80"/>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5" name="Google Shape;6345;p80"/>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46" name="Google Shape;6346;p80"/>
          <p:cNvSpPr/>
          <p:nvPr/>
        </p:nvSpPr>
        <p:spPr>
          <a:xfrm>
            <a:off x="7549578"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7" name="Google Shape;6347;p80"/>
          <p:cNvSpPr/>
          <p:nvPr/>
        </p:nvSpPr>
        <p:spPr>
          <a:xfrm>
            <a:off x="7974508"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48" name="Google Shape;6348;p80"/>
          <p:cNvGrpSpPr/>
          <p:nvPr/>
        </p:nvGrpSpPr>
        <p:grpSpPr>
          <a:xfrm>
            <a:off x="1874281" y="3981487"/>
            <a:ext cx="355218" cy="279880"/>
            <a:chOff x="5629975" y="3255775"/>
            <a:chExt cx="504500" cy="397500"/>
          </a:xfrm>
        </p:grpSpPr>
        <p:sp>
          <p:nvSpPr>
            <p:cNvPr id="6349" name="Google Shape;6349;p80"/>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0" name="Google Shape;6350;p80"/>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1" name="Google Shape;6351;p80"/>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2" name="Google Shape;6352;p80"/>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3" name="Google Shape;6353;p80"/>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54" name="Google Shape;6354;p80"/>
          <p:cNvGrpSpPr/>
          <p:nvPr/>
        </p:nvGrpSpPr>
        <p:grpSpPr>
          <a:xfrm>
            <a:off x="3755839" y="3981593"/>
            <a:ext cx="340256" cy="279669"/>
            <a:chOff x="6234950" y="3255925"/>
            <a:chExt cx="483250" cy="397200"/>
          </a:xfrm>
        </p:grpSpPr>
        <p:sp>
          <p:nvSpPr>
            <p:cNvPr id="6355" name="Google Shape;6355;p80"/>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6" name="Google Shape;6356;p80"/>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7" name="Google Shape;6357;p80"/>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8" name="Google Shape;6358;p80"/>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9" name="Google Shape;6359;p80"/>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0" name="Google Shape;6360;p80"/>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61" name="Google Shape;6361;p80"/>
          <p:cNvGrpSpPr/>
          <p:nvPr/>
        </p:nvGrpSpPr>
        <p:grpSpPr>
          <a:xfrm>
            <a:off x="5051107" y="3125970"/>
            <a:ext cx="318042" cy="339253"/>
            <a:chOff x="914900" y="3806450"/>
            <a:chExt cx="451700" cy="481825"/>
          </a:xfrm>
        </p:grpSpPr>
        <p:sp>
          <p:nvSpPr>
            <p:cNvPr id="6362" name="Google Shape;6362;p80"/>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3" name="Google Shape;6363;p80"/>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4" name="Google Shape;6364;p80"/>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5" name="Google Shape;6365;p80"/>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6" name="Google Shape;6366;p80"/>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67" name="Google Shape;6367;p80"/>
          <p:cNvGrpSpPr/>
          <p:nvPr/>
        </p:nvGrpSpPr>
        <p:grpSpPr>
          <a:xfrm>
            <a:off x="5470028" y="3125785"/>
            <a:ext cx="346347" cy="339623"/>
            <a:chOff x="1490050" y="3805975"/>
            <a:chExt cx="491900" cy="482350"/>
          </a:xfrm>
        </p:grpSpPr>
        <p:sp>
          <p:nvSpPr>
            <p:cNvPr id="6368" name="Google Shape;6368;p80"/>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9" name="Google Shape;6369;p80"/>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0" name="Google Shape;6370;p80"/>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1" name="Google Shape;6371;p80"/>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72" name="Google Shape;6372;p80"/>
          <p:cNvGrpSpPr/>
          <p:nvPr/>
        </p:nvGrpSpPr>
        <p:grpSpPr>
          <a:xfrm>
            <a:off x="5893896" y="3125970"/>
            <a:ext cx="311899" cy="339253"/>
            <a:chOff x="2104275" y="3806450"/>
            <a:chExt cx="442975" cy="481825"/>
          </a:xfrm>
        </p:grpSpPr>
        <p:sp>
          <p:nvSpPr>
            <p:cNvPr id="6373" name="Google Shape;6373;p80"/>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4" name="Google Shape;6374;p80"/>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75" name="Google Shape;6375;p80"/>
          <p:cNvGrpSpPr/>
          <p:nvPr/>
        </p:nvGrpSpPr>
        <p:grpSpPr>
          <a:xfrm>
            <a:off x="6317413" y="3125970"/>
            <a:ext cx="293416" cy="339253"/>
            <a:chOff x="2710875" y="3806450"/>
            <a:chExt cx="416725" cy="481825"/>
          </a:xfrm>
        </p:grpSpPr>
        <p:sp>
          <p:nvSpPr>
            <p:cNvPr id="6376" name="Google Shape;6376;p80"/>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7" name="Google Shape;6377;p80"/>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78" name="Google Shape;6378;p80"/>
          <p:cNvGrpSpPr/>
          <p:nvPr/>
        </p:nvGrpSpPr>
        <p:grpSpPr>
          <a:xfrm>
            <a:off x="6712457" y="3166412"/>
            <a:ext cx="339253" cy="258369"/>
            <a:chOff x="3271200" y="3863875"/>
            <a:chExt cx="481825" cy="366950"/>
          </a:xfrm>
        </p:grpSpPr>
        <p:sp>
          <p:nvSpPr>
            <p:cNvPr id="6379" name="Google Shape;6379;p80"/>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0" name="Google Shape;6380;p80"/>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81" name="Google Shape;6381;p80"/>
          <p:cNvGrpSpPr/>
          <p:nvPr/>
        </p:nvGrpSpPr>
        <p:grpSpPr>
          <a:xfrm>
            <a:off x="7147952" y="3126199"/>
            <a:ext cx="295528" cy="338795"/>
            <a:chOff x="3895050" y="3806775"/>
            <a:chExt cx="419725" cy="481175"/>
          </a:xfrm>
        </p:grpSpPr>
        <p:sp>
          <p:nvSpPr>
            <p:cNvPr id="6382" name="Google Shape;6382;p80"/>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3" name="Google Shape;6383;p80"/>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84" name="Google Shape;6384;p80"/>
          <p:cNvGrpSpPr/>
          <p:nvPr/>
        </p:nvGrpSpPr>
        <p:grpSpPr>
          <a:xfrm>
            <a:off x="7551234" y="3125979"/>
            <a:ext cx="336296" cy="339235"/>
            <a:chOff x="4464775" y="3806475"/>
            <a:chExt cx="477625" cy="481800"/>
          </a:xfrm>
        </p:grpSpPr>
        <p:sp>
          <p:nvSpPr>
            <p:cNvPr id="6385" name="Google Shape;6385;p80"/>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6" name="Google Shape;6386;p80"/>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7" name="Google Shape;6387;p80"/>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8" name="Google Shape;6388;p80"/>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9" name="Google Shape;6389;p80"/>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0" name="Google Shape;6390;p80"/>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91" name="Google Shape;6391;p80"/>
          <p:cNvGrpSpPr/>
          <p:nvPr/>
        </p:nvGrpSpPr>
        <p:grpSpPr>
          <a:xfrm>
            <a:off x="7974679" y="3125970"/>
            <a:ext cx="339253" cy="339253"/>
            <a:chOff x="5049725" y="3806450"/>
            <a:chExt cx="481825" cy="481825"/>
          </a:xfrm>
        </p:grpSpPr>
        <p:sp>
          <p:nvSpPr>
            <p:cNvPr id="6392" name="Google Shape;6392;p80"/>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3" name="Google Shape;6393;p80"/>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4" name="Google Shape;6394;p80"/>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95" name="Google Shape;6395;p80"/>
          <p:cNvGrpSpPr/>
          <p:nvPr/>
        </p:nvGrpSpPr>
        <p:grpSpPr>
          <a:xfrm>
            <a:off x="1461983" y="3951798"/>
            <a:ext cx="339253" cy="339253"/>
            <a:chOff x="5651375" y="3806450"/>
            <a:chExt cx="481825" cy="481825"/>
          </a:xfrm>
        </p:grpSpPr>
        <p:sp>
          <p:nvSpPr>
            <p:cNvPr id="6396" name="Google Shape;6396;p80"/>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7" name="Google Shape;6397;p80"/>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8" name="Google Shape;6398;p80"/>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9" name="Google Shape;6399;p80"/>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00" name="Google Shape;6400;p80"/>
          <p:cNvGrpSpPr/>
          <p:nvPr/>
        </p:nvGrpSpPr>
        <p:grpSpPr>
          <a:xfrm>
            <a:off x="3360663" y="3953787"/>
            <a:ext cx="298503" cy="335275"/>
            <a:chOff x="6264300" y="3809300"/>
            <a:chExt cx="423950" cy="476175"/>
          </a:xfrm>
        </p:grpSpPr>
        <p:sp>
          <p:nvSpPr>
            <p:cNvPr id="6401" name="Google Shape;6401;p80"/>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2" name="Google Shape;6402;p80"/>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3" name="Google Shape;6403;p80"/>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04" name="Google Shape;6404;p80"/>
          <p:cNvGrpSpPr/>
          <p:nvPr/>
        </p:nvGrpSpPr>
        <p:grpSpPr>
          <a:xfrm>
            <a:off x="5039841" y="3538881"/>
            <a:ext cx="340573" cy="339271"/>
            <a:chOff x="898875" y="4399275"/>
            <a:chExt cx="483700" cy="481850"/>
          </a:xfrm>
        </p:grpSpPr>
        <p:sp>
          <p:nvSpPr>
            <p:cNvPr id="6405" name="Google Shape;6405;p80"/>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6" name="Google Shape;6406;p80"/>
            <p:cNvSpPr/>
            <p:nvPr/>
          </p:nvSpPr>
          <p:spPr>
            <a:xfrm>
              <a:off x="1138025" y="4763350"/>
              <a:ext cx="25" cy="25"/>
            </a:xfrm>
            <a:custGeom>
              <a:rect b="b" l="l" r="r" t="t"/>
              <a:pathLst>
                <a:path extrusionOk="0" h="1" w="1">
                  <a:moveTo>
                    <a:pt x="1" y="0"/>
                  </a:move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7" name="Google Shape;6407;p80"/>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8" name="Google Shape;6408;p80"/>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9" name="Google Shape;6409;p80"/>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0" name="Google Shape;6410;p80"/>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1" name="Google Shape;6411;p80"/>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2" name="Google Shape;6412;p80"/>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13" name="Google Shape;6413;p80"/>
          <p:cNvGrpSpPr/>
          <p:nvPr/>
        </p:nvGrpSpPr>
        <p:grpSpPr>
          <a:xfrm>
            <a:off x="5473575" y="3554133"/>
            <a:ext cx="339253" cy="308765"/>
            <a:chOff x="1492675" y="4420975"/>
            <a:chExt cx="481825" cy="438525"/>
          </a:xfrm>
        </p:grpSpPr>
        <p:sp>
          <p:nvSpPr>
            <p:cNvPr id="6414" name="Google Shape;6414;p80"/>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5" name="Google Shape;6415;p80"/>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6" name="Google Shape;6416;p80"/>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7" name="Google Shape;6417;p80"/>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8" name="Google Shape;6418;p80"/>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19" name="Google Shape;6419;p80"/>
          <p:cNvGrpSpPr/>
          <p:nvPr/>
        </p:nvGrpSpPr>
        <p:grpSpPr>
          <a:xfrm>
            <a:off x="5878556" y="3539558"/>
            <a:ext cx="342580" cy="337915"/>
            <a:chOff x="2084100" y="4400250"/>
            <a:chExt cx="486550" cy="479925"/>
          </a:xfrm>
        </p:grpSpPr>
        <p:sp>
          <p:nvSpPr>
            <p:cNvPr id="6420" name="Google Shape;6420;p80"/>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1" name="Google Shape;6421;p80"/>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2" name="Google Shape;6422;p80"/>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3" name="Google Shape;6423;p80"/>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4" name="Google Shape;6424;p80"/>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5" name="Google Shape;6425;p80"/>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26" name="Google Shape;6426;p80"/>
          <p:cNvGrpSpPr/>
          <p:nvPr/>
        </p:nvGrpSpPr>
        <p:grpSpPr>
          <a:xfrm>
            <a:off x="6315036" y="3538907"/>
            <a:ext cx="298169" cy="339218"/>
            <a:chOff x="2707950" y="4399325"/>
            <a:chExt cx="423475" cy="481775"/>
          </a:xfrm>
        </p:grpSpPr>
        <p:sp>
          <p:nvSpPr>
            <p:cNvPr id="6427" name="Google Shape;6427;p80"/>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8" name="Google Shape;6428;p80"/>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9" name="Google Shape;6429;p80"/>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0" name="Google Shape;6430;p80"/>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1" name="Google Shape;6431;p80"/>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2" name="Google Shape;6432;p80"/>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3" name="Google Shape;6433;p80"/>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4" name="Google Shape;6434;p80"/>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5" name="Google Shape;6435;p80"/>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6" name="Google Shape;6436;p80"/>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7" name="Google Shape;6437;p80"/>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8" name="Google Shape;6438;p80"/>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39" name="Google Shape;6439;p80"/>
          <p:cNvGrpSpPr/>
          <p:nvPr/>
        </p:nvGrpSpPr>
        <p:grpSpPr>
          <a:xfrm>
            <a:off x="6744555" y="3538881"/>
            <a:ext cx="275057" cy="339271"/>
            <a:chOff x="3330525" y="4399275"/>
            <a:chExt cx="390650" cy="481850"/>
          </a:xfrm>
        </p:grpSpPr>
        <p:sp>
          <p:nvSpPr>
            <p:cNvPr id="6440" name="Google Shape;6440;p80"/>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1" name="Google Shape;6441;p80"/>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2" name="Google Shape;6442;p80"/>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3" name="Google Shape;6443;p80"/>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4" name="Google Shape;6444;p80"/>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5" name="Google Shape;6445;p80"/>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6" name="Google Shape;6446;p80"/>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47" name="Google Shape;6447;p80"/>
          <p:cNvGrpSpPr/>
          <p:nvPr/>
        </p:nvGrpSpPr>
        <p:grpSpPr>
          <a:xfrm>
            <a:off x="7169084" y="3538890"/>
            <a:ext cx="253265" cy="339253"/>
            <a:chOff x="3938800" y="4399275"/>
            <a:chExt cx="359700" cy="481825"/>
          </a:xfrm>
        </p:grpSpPr>
        <p:sp>
          <p:nvSpPr>
            <p:cNvPr id="6448" name="Google Shape;6448;p80"/>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9" name="Google Shape;6449;p80"/>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0" name="Google Shape;6450;p80"/>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1" name="Google Shape;6451;p80"/>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2" name="Google Shape;6452;p80"/>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53" name="Google Shape;6453;p80"/>
          <p:cNvGrpSpPr/>
          <p:nvPr/>
        </p:nvGrpSpPr>
        <p:grpSpPr>
          <a:xfrm>
            <a:off x="7639862" y="3538890"/>
            <a:ext cx="159039" cy="339253"/>
            <a:chOff x="4584850" y="4399275"/>
            <a:chExt cx="225875" cy="481825"/>
          </a:xfrm>
        </p:grpSpPr>
        <p:sp>
          <p:nvSpPr>
            <p:cNvPr id="6454" name="Google Shape;6454;p80"/>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5" name="Google Shape;6455;p80"/>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456" name="Google Shape;6456;p80"/>
          <p:cNvSpPr/>
          <p:nvPr/>
        </p:nvSpPr>
        <p:spPr>
          <a:xfrm>
            <a:off x="7957998"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457" name="Google Shape;6457;p80"/>
          <p:cNvGrpSpPr/>
          <p:nvPr/>
        </p:nvGrpSpPr>
        <p:grpSpPr>
          <a:xfrm>
            <a:off x="1049680" y="3951795"/>
            <a:ext cx="339253" cy="339253"/>
            <a:chOff x="5642550" y="4399275"/>
            <a:chExt cx="481825" cy="481825"/>
          </a:xfrm>
        </p:grpSpPr>
        <p:sp>
          <p:nvSpPr>
            <p:cNvPr id="6458" name="Google Shape;6458;p80"/>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9" name="Google Shape;6459;p80"/>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60" name="Google Shape;6460;p80"/>
          <p:cNvGrpSpPr/>
          <p:nvPr/>
        </p:nvGrpSpPr>
        <p:grpSpPr>
          <a:xfrm>
            <a:off x="2859815" y="3963703"/>
            <a:ext cx="363316" cy="315437"/>
            <a:chOff x="6218300" y="4416175"/>
            <a:chExt cx="516000" cy="448000"/>
          </a:xfrm>
        </p:grpSpPr>
        <p:sp>
          <p:nvSpPr>
            <p:cNvPr id="6461" name="Google Shape;6461;p80"/>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2" name="Google Shape;6462;p80"/>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3" name="Google Shape;6463;p80"/>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64" name="Google Shape;6464;p80"/>
          <p:cNvGrpSpPr/>
          <p:nvPr/>
        </p:nvGrpSpPr>
        <p:grpSpPr>
          <a:xfrm>
            <a:off x="5918879" y="3951792"/>
            <a:ext cx="339253" cy="339253"/>
            <a:chOff x="899850" y="4992125"/>
            <a:chExt cx="481825" cy="481825"/>
          </a:xfrm>
        </p:grpSpPr>
        <p:sp>
          <p:nvSpPr>
            <p:cNvPr id="6465" name="Google Shape;6465;p80"/>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6" name="Google Shape;6466;p80"/>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7" name="Google Shape;6467;p80"/>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68" name="Google Shape;6468;p80"/>
          <p:cNvGrpSpPr/>
          <p:nvPr/>
        </p:nvGrpSpPr>
        <p:grpSpPr>
          <a:xfrm>
            <a:off x="5461708" y="3951792"/>
            <a:ext cx="339253" cy="339253"/>
            <a:chOff x="1492675" y="4992125"/>
            <a:chExt cx="481825" cy="481825"/>
          </a:xfrm>
        </p:grpSpPr>
        <p:sp>
          <p:nvSpPr>
            <p:cNvPr id="6469" name="Google Shape;6469;p80"/>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0" name="Google Shape;6470;p80"/>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1" name="Google Shape;6471;p80"/>
          <p:cNvGrpSpPr/>
          <p:nvPr/>
        </p:nvGrpSpPr>
        <p:grpSpPr>
          <a:xfrm>
            <a:off x="5004462" y="3951792"/>
            <a:ext cx="339253" cy="339253"/>
            <a:chOff x="2085525" y="4992125"/>
            <a:chExt cx="481825" cy="481825"/>
          </a:xfrm>
        </p:grpSpPr>
        <p:sp>
          <p:nvSpPr>
            <p:cNvPr id="6472" name="Google Shape;6472;p80"/>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3" name="Google Shape;6473;p80"/>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4" name="Google Shape;6474;p80"/>
          <p:cNvGrpSpPr/>
          <p:nvPr/>
        </p:nvGrpSpPr>
        <p:grpSpPr>
          <a:xfrm>
            <a:off x="6833221" y="3951792"/>
            <a:ext cx="339253" cy="339253"/>
            <a:chOff x="2678350" y="4992125"/>
            <a:chExt cx="481825" cy="481825"/>
          </a:xfrm>
        </p:grpSpPr>
        <p:sp>
          <p:nvSpPr>
            <p:cNvPr id="6475" name="Google Shape;6475;p80"/>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6" name="Google Shape;6476;p80"/>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7" name="Google Shape;6477;p80"/>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8" name="Google Shape;6478;p80"/>
          <p:cNvGrpSpPr/>
          <p:nvPr/>
        </p:nvGrpSpPr>
        <p:grpSpPr>
          <a:xfrm>
            <a:off x="4628816" y="3951792"/>
            <a:ext cx="339253" cy="339253"/>
            <a:chOff x="3271200" y="4992125"/>
            <a:chExt cx="481825" cy="481825"/>
          </a:xfrm>
        </p:grpSpPr>
        <p:sp>
          <p:nvSpPr>
            <p:cNvPr id="6479" name="Google Shape;6479;p80"/>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0" name="Google Shape;6480;p80"/>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1" name="Google Shape;6481;p80"/>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82" name="Google Shape;6482;p80"/>
          <p:cNvGrpSpPr/>
          <p:nvPr/>
        </p:nvGrpSpPr>
        <p:grpSpPr>
          <a:xfrm>
            <a:off x="7290263" y="3952822"/>
            <a:ext cx="339411" cy="337193"/>
            <a:chOff x="3863900" y="4993625"/>
            <a:chExt cx="482050" cy="478900"/>
          </a:xfrm>
        </p:grpSpPr>
        <p:sp>
          <p:nvSpPr>
            <p:cNvPr id="6483" name="Google Shape;6483;p80"/>
            <p:cNvSpPr/>
            <p:nvPr/>
          </p:nvSpPr>
          <p:spPr>
            <a:xfrm>
              <a:off x="3877525"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4" name="Google Shape;6484;p80"/>
            <p:cNvSpPr/>
            <p:nvPr/>
          </p:nvSpPr>
          <p:spPr>
            <a:xfrm>
              <a:off x="4113750" y="5133350"/>
              <a:ext cx="232200" cy="339175"/>
            </a:xfrm>
            <a:custGeom>
              <a:rect b="b" l="l" r="r" t="t"/>
              <a:pathLst>
                <a:path extrusionOk="0" h="13567" w="9288">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5" name="Google Shape;6485;p80"/>
            <p:cNvSpPr/>
            <p:nvPr/>
          </p:nvSpPr>
          <p:spPr>
            <a:xfrm>
              <a:off x="3998800" y="4993625"/>
              <a:ext cx="334125" cy="168500"/>
            </a:xfrm>
            <a:custGeom>
              <a:rect b="b" l="l" r="r" t="t"/>
              <a:pathLst>
                <a:path extrusionOk="0" h="6740" w="13365">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6" name="Google Shape;6486;p80"/>
            <p:cNvSpPr/>
            <p:nvPr/>
          </p:nvSpPr>
          <p:spPr>
            <a:xfrm>
              <a:off x="3863900" y="5132450"/>
              <a:ext cx="221650" cy="339925"/>
            </a:xfrm>
            <a:custGeom>
              <a:rect b="b" l="l" r="r" t="t"/>
              <a:pathLst>
                <a:path extrusionOk="0" h="13597" w="8866">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87" name="Google Shape;6487;p80"/>
          <p:cNvGrpSpPr/>
          <p:nvPr/>
        </p:nvGrpSpPr>
        <p:grpSpPr>
          <a:xfrm>
            <a:off x="7747437" y="3952822"/>
            <a:ext cx="339411" cy="337193"/>
            <a:chOff x="4456725" y="4993625"/>
            <a:chExt cx="482050" cy="478900"/>
          </a:xfrm>
        </p:grpSpPr>
        <p:sp>
          <p:nvSpPr>
            <p:cNvPr id="6488" name="Google Shape;6488;p80"/>
            <p:cNvSpPr/>
            <p:nvPr/>
          </p:nvSpPr>
          <p:spPr>
            <a:xfrm>
              <a:off x="4470350" y="5058825"/>
              <a:ext cx="315450" cy="164750"/>
            </a:xfrm>
            <a:custGeom>
              <a:rect b="b" l="l" r="r" t="t"/>
              <a:pathLst>
                <a:path extrusionOk="0" h="6590" w="12618">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9" name="Google Shape;6489;p80"/>
            <p:cNvSpPr/>
            <p:nvPr/>
          </p:nvSpPr>
          <p:spPr>
            <a:xfrm>
              <a:off x="4706575" y="5133350"/>
              <a:ext cx="232200" cy="339175"/>
            </a:xfrm>
            <a:custGeom>
              <a:rect b="b" l="l" r="r" t="t"/>
              <a:pathLst>
                <a:path extrusionOk="0" h="13567" w="9288">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0" name="Google Shape;6490;p80"/>
            <p:cNvSpPr/>
            <p:nvPr/>
          </p:nvSpPr>
          <p:spPr>
            <a:xfrm>
              <a:off x="4591625" y="4993625"/>
              <a:ext cx="334125" cy="168500"/>
            </a:xfrm>
            <a:custGeom>
              <a:rect b="b" l="l" r="r" t="t"/>
              <a:pathLst>
                <a:path extrusionOk="0" h="6740" w="13365">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1" name="Google Shape;6491;p80"/>
            <p:cNvSpPr/>
            <p:nvPr/>
          </p:nvSpPr>
          <p:spPr>
            <a:xfrm>
              <a:off x="4456725" y="5132450"/>
              <a:ext cx="221650" cy="339925"/>
            </a:xfrm>
            <a:custGeom>
              <a:rect b="b" l="l" r="r" t="t"/>
              <a:pathLst>
                <a:path extrusionOk="0" h="13597" w="8866">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92" name="Google Shape;6492;p80"/>
          <p:cNvGrpSpPr/>
          <p:nvPr/>
        </p:nvGrpSpPr>
        <p:grpSpPr>
          <a:xfrm>
            <a:off x="6376030" y="3952813"/>
            <a:ext cx="339411" cy="337211"/>
            <a:chOff x="5049575" y="4993600"/>
            <a:chExt cx="482050" cy="478925"/>
          </a:xfrm>
        </p:grpSpPr>
        <p:sp>
          <p:nvSpPr>
            <p:cNvPr id="6493" name="Google Shape;6493;p80"/>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4" name="Google Shape;6494;p80"/>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5" name="Google Shape;6495;p80"/>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6" name="Google Shape;6496;p80"/>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497" name="Google Shape;6497;p80"/>
          <p:cNvSpPr txBox="1"/>
          <p:nvPr/>
        </p:nvSpPr>
        <p:spPr>
          <a:xfrm>
            <a:off x="828875" y="1176707"/>
            <a:ext cx="7525800" cy="761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icons without losing quality.</a:t>
            </a:r>
            <a:endParaRPr sz="1100">
              <a:solidFill>
                <a:srgbClr val="FFFFFF"/>
              </a:solidFill>
            </a:endParaRPr>
          </a:p>
          <a:p>
            <a:pPr indent="0" lvl="0" marL="0" rtl="0" algn="ctr">
              <a:lnSpc>
                <a:spcPct val="115000"/>
              </a:lnSpc>
              <a:spcBef>
                <a:spcPts val="0"/>
              </a:spcBef>
              <a:spcAft>
                <a:spcPts val="0"/>
              </a:spcAft>
              <a:buNone/>
            </a:pPr>
            <a:r>
              <a:rPr lang="en" sz="1100">
                <a:solidFill>
                  <a:srgbClr val="FFFFFF"/>
                </a:solidFill>
              </a:rPr>
              <a:t>You can </a:t>
            </a:r>
            <a:r>
              <a:rPr lang="en" sz="1100">
                <a:solidFill>
                  <a:srgbClr val="869FB2"/>
                </a:solidFill>
              </a:rPr>
              <a:t>change the stroke and fill color</a:t>
            </a:r>
            <a:r>
              <a:rPr lang="en" sz="1100">
                <a:solidFill>
                  <a:srgbClr val="FFFFFF"/>
                </a:solidFill>
              </a:rPr>
              <a:t>; just select the icon and click on the</a:t>
            </a:r>
            <a:r>
              <a:rPr lang="en" sz="1100">
                <a:solidFill>
                  <a:srgbClr val="435D74"/>
                </a:solidFill>
              </a:rPr>
              <a:t> </a:t>
            </a:r>
            <a:r>
              <a:rPr lang="en" sz="1100">
                <a:solidFill>
                  <a:srgbClr val="869FB2"/>
                </a:solidFill>
              </a:rPr>
              <a:t>paint bucket/pen</a:t>
            </a:r>
            <a:r>
              <a:rPr lang="en" sz="1100">
                <a:solidFill>
                  <a:srgbClr val="FFFFFF"/>
                </a:solidFill>
              </a:rPr>
              <a:t>.</a:t>
            </a:r>
            <a:endParaRPr sz="1100">
              <a:solidFill>
                <a:srgbClr val="FFFFFF"/>
              </a:solidFill>
            </a:endParaRPr>
          </a:p>
          <a:p>
            <a:pPr indent="0" lvl="0" marL="0" rtl="0" algn="ctr">
              <a:lnSpc>
                <a:spcPct val="115000"/>
              </a:lnSpc>
              <a:spcBef>
                <a:spcPts val="0"/>
              </a:spcBef>
              <a:spcAft>
                <a:spcPts val="0"/>
              </a:spcAft>
              <a:buNone/>
            </a:pPr>
            <a:r>
              <a:rPr lang="en" sz="1100">
                <a:solidFill>
                  <a:srgbClr val="FFFFFF"/>
                </a:solidFill>
              </a:rPr>
              <a:t>In Google Slides, you can also use </a:t>
            </a:r>
            <a:r>
              <a:rPr lang="en" sz="1100">
                <a:solidFill>
                  <a:srgbClr val="869FB2"/>
                </a:solidFill>
                <a:uFill>
                  <a:noFill/>
                </a:uFill>
                <a:hlinkClick r:id="rId3">
                  <a:extLst>
                    <a:ext uri="{A12FA001-AC4F-418D-AE19-62706E023703}">
                      <ahyp:hlinkClr val="tx"/>
                    </a:ext>
                  </a:extLst>
                </a:hlinkClick>
              </a:rPr>
              <a:t>Flaticon’s extension</a:t>
            </a:r>
            <a:r>
              <a:rPr lang="en" sz="1100">
                <a:solidFill>
                  <a:srgbClr val="FFFFFF"/>
                </a:solidFill>
              </a:rPr>
              <a:t>, allowing you to customize and add even more icons.</a:t>
            </a:r>
            <a:br>
              <a:rPr lang="en" sz="1100">
                <a:solidFill>
                  <a:srgbClr val="435D74"/>
                </a:solidFill>
              </a:rPr>
            </a:br>
            <a:endParaRPr sz="1100">
              <a:solidFill>
                <a:srgbClr val="435D74"/>
              </a:solidFill>
            </a:endParaRPr>
          </a:p>
        </p:txBody>
      </p:sp>
      <p:sp>
        <p:nvSpPr>
          <p:cNvPr id="6498" name="Google Shape;6498;p80"/>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...and our sets of editable icons</a:t>
            </a:r>
            <a:endParaRPr sz="24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merican Chess Day by Slidesgo">
  <a:themeElements>
    <a:clrScheme name="Simple Light">
      <a:dk1>
        <a:srgbClr val="523E32"/>
      </a:dk1>
      <a:lt1>
        <a:srgbClr val="816353"/>
      </a:lt1>
      <a:dk2>
        <a:srgbClr val="719972"/>
      </a:dk2>
      <a:lt2>
        <a:srgbClr val="F7F0E0"/>
      </a:lt2>
      <a:accent1>
        <a:srgbClr val="FFFFFF"/>
      </a:accent1>
      <a:accent2>
        <a:srgbClr val="FFFFFF"/>
      </a:accent2>
      <a:accent3>
        <a:srgbClr val="FFFFFF"/>
      </a:accent3>
      <a:accent4>
        <a:srgbClr val="FFFFFF"/>
      </a:accent4>
      <a:accent5>
        <a:srgbClr val="FFFFFF"/>
      </a:accent5>
      <a:accent6>
        <a:srgbClr val="FFFFFF"/>
      </a:accent6>
      <a:hlink>
        <a:srgbClr val="523E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